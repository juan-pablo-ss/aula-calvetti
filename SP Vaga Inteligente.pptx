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7" r:id="rId2"/>
    <p:sldId id="257" r:id="rId3"/>
    <p:sldId id="362" r:id="rId4"/>
    <p:sldId id="382" r:id="rId5"/>
    <p:sldId id="376" r:id="rId6"/>
    <p:sldId id="374" r:id="rId7"/>
    <p:sldId id="288" r:id="rId8"/>
    <p:sldId id="379" r:id="rId9"/>
    <p:sldId id="377" r:id="rId10"/>
    <p:sldId id="375" r:id="rId11"/>
    <p:sldId id="292" r:id="rId12"/>
    <p:sldId id="293" r:id="rId13"/>
  </p:sldIdLst>
  <p:sldSz cx="12192000" cy="6858000"/>
  <p:notesSz cx="6858000" cy="9144000"/>
  <p:embeddedFontLst>
    <p:embeddedFont>
      <p:font typeface="Poppins Light" panose="00000400000000000000" pitchFamily="2" charset="0"/>
      <p:regular r:id="rId16"/>
      <p:italic r:id="rId17"/>
    </p:embeddedFont>
    <p:embeddedFont>
      <p:font typeface="Poppins SemiBold" panose="00000700000000000000" pitchFamily="2" charset="0"/>
      <p:bold r:id="rId18"/>
      <p:boldItalic r:id="rId19"/>
    </p:embeddedFont>
    <p:embeddedFont>
      <p:font typeface="맑은 고딕" panose="020B0503020000020004" pitchFamily="34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56D3"/>
    <a:srgbClr val="4C45C5"/>
    <a:srgbClr val="BEE7FF"/>
    <a:srgbClr val="F4F4FF"/>
    <a:srgbClr val="9F48C5"/>
    <a:srgbClr val="D7D8D5"/>
    <a:srgbClr val="5792F8"/>
    <a:srgbClr val="6291F7"/>
    <a:srgbClr val="ED5F7A"/>
    <a:srgbClr val="FFE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18" y="-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29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3.fntdata" /><Relationship Id="rId3" Type="http://schemas.openxmlformats.org/officeDocument/2006/relationships/slide" Target="slides/slide2.xml" /><Relationship Id="rId21" Type="http://schemas.openxmlformats.org/officeDocument/2006/relationships/font" Target="fonts/font6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2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font" Target="fonts/font1.fntdata" /><Relationship Id="rId20" Type="http://schemas.openxmlformats.org/officeDocument/2006/relationships/font" Target="fonts/font5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handoutMaster" Target="handoutMasters/handoutMaster1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font" Target="fonts/font4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7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 /><Relationship Id="rId3" Type="http://schemas.openxmlformats.org/officeDocument/2006/relationships/image" Target="../media/image5.png" /><Relationship Id="rId7" Type="http://schemas.openxmlformats.org/officeDocument/2006/relationships/hyperlink" Target="https://pptmon.com/" TargetMode="External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hyperlink" Target="http://pptmon.com/" TargetMode="External" 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 /><Relationship Id="rId3" Type="http://schemas.openxmlformats.org/officeDocument/2006/relationships/image" Target="../media/image5.png" /><Relationship Id="rId7" Type="http://schemas.openxmlformats.org/officeDocument/2006/relationships/hyperlink" Target="https://pptmon.com/" TargetMode="External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hyperlink" Target="http://pptmon.com/" TargetMode="External" 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.png" /><Relationship Id="rId7" Type="http://schemas.openxmlformats.org/officeDocument/2006/relationships/image" Target="../media/image4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 /><Relationship Id="rId3" Type="http://schemas.openxmlformats.org/officeDocument/2006/relationships/image" Target="../media/image5.png" /><Relationship Id="rId7" Type="http://schemas.openxmlformats.org/officeDocument/2006/relationships/hyperlink" Target="https://pptmon.com/" TargetMode="External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hyperlink" Target="http://pptmon.com/" TargetMode="External" 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 /><Relationship Id="rId3" Type="http://schemas.openxmlformats.org/officeDocument/2006/relationships/image" Target="../media/image5.png" /><Relationship Id="rId7" Type="http://schemas.openxmlformats.org/officeDocument/2006/relationships/hyperlink" Target="https://pptmon.com/" TargetMode="External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hyperlink" Target="http://pptmon.com/" TargetMode="External" 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 /><Relationship Id="rId3" Type="http://schemas.openxmlformats.org/officeDocument/2006/relationships/image" Target="../media/image5.png" /><Relationship Id="rId7" Type="http://schemas.openxmlformats.org/officeDocument/2006/relationships/hyperlink" Target="https://pptmon.com/" TargetMode="External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hyperlink" Target="http://pptmon.com/" TargetMode="External" 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 /><Relationship Id="rId3" Type="http://schemas.openxmlformats.org/officeDocument/2006/relationships/image" Target="../media/image5.png" /><Relationship Id="rId7" Type="http://schemas.openxmlformats.org/officeDocument/2006/relationships/hyperlink" Target="https://pptmon.com/" TargetMode="External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3.svg" /><Relationship Id="rId5" Type="http://schemas.openxmlformats.org/officeDocument/2006/relationships/image" Target="../media/image2.png" /><Relationship Id="rId4" Type="http://schemas.openxmlformats.org/officeDocument/2006/relationships/hyperlink" Target="http://pptmon.com/" TargetMode="External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://pptmon.com/" TargetMode="External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://www.pptmon.com/" TargetMode="External" /><Relationship Id="rId5" Type="http://schemas.openxmlformats.org/officeDocument/2006/relationships/hyperlink" Target="https://pptmon.com/" TargetMode="External" /><Relationship Id="rId4" Type="http://schemas.openxmlformats.org/officeDocument/2006/relationships/image" Target="../media/image3.sv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3">
            <a:hlinkClick r:id="rId2"/>
            <a:extLst>
              <a:ext uri="{FF2B5EF4-FFF2-40B4-BE49-F238E27FC236}">
                <a16:creationId xmlns:a16="http://schemas.microsoft.com/office/drawing/2014/main" id="{1E5C8C36-2AEB-460B-B323-C4FC4009FA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DCB762C9-443D-4B29-8F7B-00E97217DEAD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0DC079-E4AE-4438-836D-B3B09819365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739" y="2576475"/>
            <a:ext cx="8686522" cy="36863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620C21-39F7-44A6-918C-F8F274EED81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241" y="776534"/>
            <a:ext cx="3958034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3">
            <a:hlinkClick r:id="rId2"/>
            <a:extLst>
              <a:ext uri="{FF2B5EF4-FFF2-40B4-BE49-F238E27FC236}">
                <a16:creationId xmlns:a16="http://schemas.microsoft.com/office/drawing/2014/main" id="{F8900F21-CCE3-4DB7-BF51-76AE56F0D6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9" name="TextBox 18">
            <a:hlinkClick r:id="rId5"/>
            <a:extLst>
              <a:ext uri="{FF2B5EF4-FFF2-40B4-BE49-F238E27FC236}">
                <a16:creationId xmlns:a16="http://schemas.microsoft.com/office/drawing/2014/main" id="{A3F2033A-E827-4A85-8DB0-2D6B42A31F35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A8A924F-54D1-4C99-A45B-9ECCB6F9C5E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6625" y="3113340"/>
            <a:ext cx="8686522" cy="36863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5058424-7F2E-49BE-9F5C-FB0359D80CD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5058" y="564779"/>
            <a:ext cx="3958034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2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3">
            <a:hlinkClick r:id="rId2"/>
            <a:extLst>
              <a:ext uri="{FF2B5EF4-FFF2-40B4-BE49-F238E27FC236}">
                <a16:creationId xmlns:a16="http://schemas.microsoft.com/office/drawing/2014/main" id="{621ACDF7-36B4-4CCB-8660-E06DEE21D2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2" name="TextBox 11">
            <a:hlinkClick r:id="rId5"/>
            <a:extLst>
              <a:ext uri="{FF2B5EF4-FFF2-40B4-BE49-F238E27FC236}">
                <a16:creationId xmlns:a16="http://schemas.microsoft.com/office/drawing/2014/main" id="{B08DC3B0-A83B-46F4-A4B8-4EEA3924C524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F3932AA-B648-4A8E-9447-7C674FF14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62"/>
          <a:stretch/>
        </p:blipFill>
        <p:spPr>
          <a:xfrm flipV="1">
            <a:off x="896090" y="0"/>
            <a:ext cx="8686522" cy="318271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1BB9A90-71FB-44D9-9F33-B499951E9C9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86299" y="5069729"/>
            <a:ext cx="3958034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7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">
            <a:hlinkClick r:id="rId2"/>
            <a:extLst>
              <a:ext uri="{FF2B5EF4-FFF2-40B4-BE49-F238E27FC236}">
                <a16:creationId xmlns:a16="http://schemas.microsoft.com/office/drawing/2014/main" id="{8CC5D089-4167-4C6B-8D72-347D4DDEBF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9" name="TextBox 18">
            <a:hlinkClick r:id="rId5"/>
            <a:extLst>
              <a:ext uri="{FF2B5EF4-FFF2-40B4-BE49-F238E27FC236}">
                <a16:creationId xmlns:a16="http://schemas.microsoft.com/office/drawing/2014/main" id="{105952C7-0126-4357-8EA5-F5CB51B9BF5A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258F82F-2EB2-4C3C-BBC6-8263EE5BFC7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505478" y="199019"/>
            <a:ext cx="8686522" cy="368634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81CCB8C-285E-4485-B57E-6180751A3C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9" r="2189"/>
          <a:stretch/>
        </p:blipFill>
        <p:spPr>
          <a:xfrm flipH="1" flipV="1">
            <a:off x="0" y="5278328"/>
            <a:ext cx="3871407" cy="15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3">
            <a:hlinkClick r:id="rId2"/>
            <a:extLst>
              <a:ext uri="{FF2B5EF4-FFF2-40B4-BE49-F238E27FC236}">
                <a16:creationId xmlns:a16="http://schemas.microsoft.com/office/drawing/2014/main" id="{7C1E2E64-2A68-4361-8EEE-6AE93A4F52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8" name="TextBox 17">
            <a:hlinkClick r:id="rId5"/>
            <a:extLst>
              <a:ext uri="{FF2B5EF4-FFF2-40B4-BE49-F238E27FC236}">
                <a16:creationId xmlns:a16="http://schemas.microsoft.com/office/drawing/2014/main" id="{60204D61-1C50-44AA-BA30-6FF000FF51CA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FEB8322-AFF1-4918-8900-A80CEB86EA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4" b="44063"/>
          <a:stretch/>
        </p:blipFill>
        <p:spPr>
          <a:xfrm flipH="1">
            <a:off x="6651998" y="4795958"/>
            <a:ext cx="5540002" cy="206204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98F69D2-C88B-4FEF-9B11-B7170E2768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9" t="27631"/>
          <a:stretch/>
        </p:blipFill>
        <p:spPr>
          <a:xfrm>
            <a:off x="-1" y="-1"/>
            <a:ext cx="2906829" cy="127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54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3">
            <a:hlinkClick r:id="rId2"/>
            <a:extLst>
              <a:ext uri="{FF2B5EF4-FFF2-40B4-BE49-F238E27FC236}">
                <a16:creationId xmlns:a16="http://schemas.microsoft.com/office/drawing/2014/main" id="{8861F124-4D4F-4D85-937A-91949FB8B0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9" name="TextBox 18">
            <a:hlinkClick r:id="rId5"/>
            <a:extLst>
              <a:ext uri="{FF2B5EF4-FFF2-40B4-BE49-F238E27FC236}">
                <a16:creationId xmlns:a16="http://schemas.microsoft.com/office/drawing/2014/main" id="{F66188E9-E046-4403-9D64-9EE7C5527488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F81C033-F2D5-4CB1-8A7F-78693C2347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57" b="28653"/>
          <a:stretch/>
        </p:blipFill>
        <p:spPr>
          <a:xfrm flipH="1">
            <a:off x="0" y="4227896"/>
            <a:ext cx="3104810" cy="263010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4AFDC70-30B1-4A9F-B4A1-337ECD6D31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5" r="27561"/>
          <a:stretch/>
        </p:blipFill>
        <p:spPr>
          <a:xfrm>
            <a:off x="9324829" y="0"/>
            <a:ext cx="2867171" cy="122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62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3">
            <a:hlinkClick r:id="rId2"/>
            <a:extLst>
              <a:ext uri="{FF2B5EF4-FFF2-40B4-BE49-F238E27FC236}">
                <a16:creationId xmlns:a16="http://schemas.microsoft.com/office/drawing/2014/main" id="{C0BD4A3C-2027-48C8-8466-26055B515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BC4EEA45-7AFA-4917-9C95-B5D07257E782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F83B074-7D43-4F01-8DF2-DEDEDC47FB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8" t="32931"/>
          <a:stretch/>
        </p:blipFill>
        <p:spPr>
          <a:xfrm>
            <a:off x="0" y="0"/>
            <a:ext cx="3344478" cy="247238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2637C75-81A7-4D11-A2F8-2A41534508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98"/>
          <a:stretch/>
        </p:blipFill>
        <p:spPr>
          <a:xfrm flipV="1">
            <a:off x="8974041" y="5100872"/>
            <a:ext cx="3217959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37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">
            <a:hlinkClick r:id="rId2"/>
            <a:extLst>
              <a:ext uri="{FF2B5EF4-FFF2-40B4-BE49-F238E27FC236}">
                <a16:creationId xmlns:a16="http://schemas.microsoft.com/office/drawing/2014/main" id="{70301606-FB4B-4D56-A307-FFB99817B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20" name="TextBox 19">
            <a:hlinkClick r:id="rId5"/>
            <a:extLst>
              <a:ext uri="{FF2B5EF4-FFF2-40B4-BE49-F238E27FC236}">
                <a16:creationId xmlns:a16="http://schemas.microsoft.com/office/drawing/2014/main" id="{106C4227-08BA-42E1-B63C-17648A9438B6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62472BE-1544-40FE-AAA5-32443C9DC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72" b="28513"/>
          <a:stretch/>
        </p:blipFill>
        <p:spPr>
          <a:xfrm flipH="1" flipV="1">
            <a:off x="8610739" y="0"/>
            <a:ext cx="3581261" cy="263526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B35A22A-EFBD-440B-8A9B-830EA52D6D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59"/>
          <a:stretch/>
        </p:blipFill>
        <p:spPr>
          <a:xfrm>
            <a:off x="0" y="5100872"/>
            <a:ext cx="2835575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9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3">
            <a:hlinkClick r:id="rId2"/>
            <a:extLst>
              <a:ext uri="{FF2B5EF4-FFF2-40B4-BE49-F238E27FC236}">
                <a16:creationId xmlns:a16="http://schemas.microsoft.com/office/drawing/2014/main" id="{53B3E1A5-B212-4BEF-A1E9-4E6B65FFA9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20" name="TextBox 19">
            <a:hlinkClick r:id="rId5"/>
            <a:extLst>
              <a:ext uri="{FF2B5EF4-FFF2-40B4-BE49-F238E27FC236}">
                <a16:creationId xmlns:a16="http://schemas.microsoft.com/office/drawing/2014/main" id="{BDB4D5B3-535C-494C-8406-810CDDF6FB93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6A9D937-112C-4AA5-9DE1-C66FB9F746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13" r="54971"/>
          <a:stretch/>
        </p:blipFill>
        <p:spPr>
          <a:xfrm>
            <a:off x="9062845" y="0"/>
            <a:ext cx="3129155" cy="21082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63B452D-BC28-48DF-B224-94A361A52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4"/>
          <a:stretch/>
        </p:blipFill>
        <p:spPr>
          <a:xfrm flipV="1">
            <a:off x="-1" y="5100872"/>
            <a:ext cx="2759375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45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">
            <a:hlinkClick r:id="rId2"/>
            <a:extLst>
              <a:ext uri="{FF2B5EF4-FFF2-40B4-BE49-F238E27FC236}">
                <a16:creationId xmlns:a16="http://schemas.microsoft.com/office/drawing/2014/main" id="{BA8248B1-938C-42E4-B1A4-DBC64D1DB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8" name="TextBox 17">
            <a:hlinkClick r:id="rId5"/>
            <a:extLst>
              <a:ext uri="{FF2B5EF4-FFF2-40B4-BE49-F238E27FC236}">
                <a16:creationId xmlns:a16="http://schemas.microsoft.com/office/drawing/2014/main" id="{3F8D14E2-345D-4EC4-80F1-698CB06C5116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1CFFFD5-56CF-4385-8960-82F18427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4" b="44063"/>
          <a:stretch/>
        </p:blipFill>
        <p:spPr>
          <a:xfrm>
            <a:off x="-1" y="4795958"/>
            <a:ext cx="5540002" cy="206204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39939F0-3767-4426-99FA-70D796DC0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9" t="27631"/>
          <a:stretch/>
        </p:blipFill>
        <p:spPr>
          <a:xfrm flipH="1">
            <a:off x="9285171" y="-1"/>
            <a:ext cx="2906829" cy="127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0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">
            <a:hlinkClick r:id="rId2"/>
            <a:extLst>
              <a:ext uri="{FF2B5EF4-FFF2-40B4-BE49-F238E27FC236}">
                <a16:creationId xmlns:a16="http://schemas.microsoft.com/office/drawing/2014/main" id="{0F5945D5-BAD2-448C-91FA-3F0D8FD30C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BCE7005F-DF47-45B3-A415-09B82BF7B95E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E2D5E93-1ED9-49FF-B869-996398459B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57" b="28653"/>
          <a:stretch/>
        </p:blipFill>
        <p:spPr>
          <a:xfrm>
            <a:off x="9087190" y="4227896"/>
            <a:ext cx="3104810" cy="263010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3BE81CF-62C8-4096-98CD-A24F9678E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5" r="27561"/>
          <a:stretch/>
        </p:blipFill>
        <p:spPr>
          <a:xfrm flipH="1">
            <a:off x="0" y="0"/>
            <a:ext cx="2867171" cy="122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23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">
            <a:hlinkClick r:id="rId2"/>
            <a:extLst>
              <a:ext uri="{FF2B5EF4-FFF2-40B4-BE49-F238E27FC236}">
                <a16:creationId xmlns:a16="http://schemas.microsoft.com/office/drawing/2014/main" id="{F9B3EBB2-D6C4-4358-BB19-E979AE423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20" name="TextBox 19">
            <a:hlinkClick r:id="rId5"/>
            <a:extLst>
              <a:ext uri="{FF2B5EF4-FFF2-40B4-BE49-F238E27FC236}">
                <a16:creationId xmlns:a16="http://schemas.microsoft.com/office/drawing/2014/main" id="{CDA17652-01AE-425C-B7CC-DB3325B8048A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C03225A-D89B-404F-B2B9-6636D5B553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8" t="32931"/>
          <a:stretch/>
        </p:blipFill>
        <p:spPr>
          <a:xfrm flipH="1">
            <a:off x="8847522" y="0"/>
            <a:ext cx="3344478" cy="247238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5F7024-C518-4AE2-9C64-A39AD686E2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98"/>
          <a:stretch/>
        </p:blipFill>
        <p:spPr>
          <a:xfrm flipH="1" flipV="1">
            <a:off x="0" y="5100872"/>
            <a:ext cx="3217959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5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3">
            <a:hlinkClick r:id="rId2"/>
            <a:extLst>
              <a:ext uri="{FF2B5EF4-FFF2-40B4-BE49-F238E27FC236}">
                <a16:creationId xmlns:a16="http://schemas.microsoft.com/office/drawing/2014/main" id="{0C7BB235-50EB-47E6-8A97-D84174CB17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23" name="TextBox 22">
            <a:hlinkClick r:id="rId5"/>
            <a:extLst>
              <a:ext uri="{FF2B5EF4-FFF2-40B4-BE49-F238E27FC236}">
                <a16:creationId xmlns:a16="http://schemas.microsoft.com/office/drawing/2014/main" id="{48F93A06-24B6-4D62-BBBA-C5AA09BC7EE8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F39EED2-4FFC-4C92-98A6-5601E942B0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72" b="28513"/>
          <a:stretch/>
        </p:blipFill>
        <p:spPr>
          <a:xfrm flipV="1">
            <a:off x="0" y="0"/>
            <a:ext cx="3581261" cy="263526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24F44B0-BECB-4B27-AFEE-DA03EE717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59"/>
          <a:stretch/>
        </p:blipFill>
        <p:spPr>
          <a:xfrm flipH="1">
            <a:off x="9356425" y="5100872"/>
            <a:ext cx="2835575" cy="17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91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B0256049-EA03-4D24-99ED-0F4ED3682E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13" r="54971"/>
          <a:stretch/>
        </p:blipFill>
        <p:spPr>
          <a:xfrm flipH="1">
            <a:off x="-1" y="0"/>
            <a:ext cx="3129155" cy="21082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F432B78-E200-479B-8CFE-7612E0F828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4"/>
          <a:stretch/>
        </p:blipFill>
        <p:spPr>
          <a:xfrm flipH="1" flipV="1">
            <a:off x="9432625" y="5100872"/>
            <a:ext cx="2759375" cy="1757128"/>
          </a:xfrm>
          <a:prstGeom prst="rect">
            <a:avLst/>
          </a:prstGeom>
        </p:spPr>
      </p:pic>
      <p:sp>
        <p:nvSpPr>
          <p:cNvPr id="9" name="그림 개체 틀 17">
            <a:extLst>
              <a:ext uri="{FF2B5EF4-FFF2-40B4-BE49-F238E27FC236}">
                <a16:creationId xmlns:a16="http://schemas.microsoft.com/office/drawing/2014/main" id="{7A2055A4-257B-4890-AFA5-389865280E7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34189" y="1706880"/>
            <a:ext cx="3444246" cy="3444240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21" name="Graphic 3">
            <a:hlinkClick r:id="rId4"/>
            <a:extLst>
              <a:ext uri="{FF2B5EF4-FFF2-40B4-BE49-F238E27FC236}">
                <a16:creationId xmlns:a16="http://schemas.microsoft.com/office/drawing/2014/main" id="{7520E1C1-4069-4739-A8C4-C1E5D1D0C5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22" name="TextBox 21">
            <a:hlinkClick r:id="rId7"/>
            <a:extLst>
              <a:ext uri="{FF2B5EF4-FFF2-40B4-BE49-F238E27FC236}">
                <a16:creationId xmlns:a16="http://schemas.microsoft.com/office/drawing/2014/main" id="{FB8E86E7-273A-4049-99B5-E4C0489DF3B5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32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AE7B8B8B-FD17-4DB2-9B7B-6ECA0024AF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4" b="44063"/>
          <a:stretch/>
        </p:blipFill>
        <p:spPr>
          <a:xfrm flipH="1" flipV="1">
            <a:off x="6651998" y="-1"/>
            <a:ext cx="5540002" cy="206204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ECF1A30-37C1-40BA-82E5-62DC4EC225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9" t="27631"/>
          <a:stretch/>
        </p:blipFill>
        <p:spPr>
          <a:xfrm flipV="1">
            <a:off x="-1" y="5586385"/>
            <a:ext cx="2906829" cy="1271615"/>
          </a:xfrm>
          <a:prstGeom prst="rect">
            <a:avLst/>
          </a:prstGeom>
        </p:spPr>
      </p:pic>
      <p:sp>
        <p:nvSpPr>
          <p:cNvPr id="11" name="그림 개체 틀 4">
            <a:extLst>
              <a:ext uri="{FF2B5EF4-FFF2-40B4-BE49-F238E27FC236}">
                <a16:creationId xmlns:a16="http://schemas.microsoft.com/office/drawing/2014/main" id="{F842AFCE-65BA-4C63-8BAF-5B88DDB326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26379" y="1502331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3" name="그림 개체 틀 4">
            <a:extLst>
              <a:ext uri="{FF2B5EF4-FFF2-40B4-BE49-F238E27FC236}">
                <a16:creationId xmlns:a16="http://schemas.microsoft.com/office/drawing/2014/main" id="{7220FAB0-B29C-4260-80FA-86437C3A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5749" y="1502331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6" name="Graphic 3">
            <a:hlinkClick r:id="rId4"/>
            <a:extLst>
              <a:ext uri="{FF2B5EF4-FFF2-40B4-BE49-F238E27FC236}">
                <a16:creationId xmlns:a16="http://schemas.microsoft.com/office/drawing/2014/main" id="{FABC2A14-3F6A-4EBD-BB5D-4477484D4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7"/>
            <a:extLst>
              <a:ext uri="{FF2B5EF4-FFF2-40B4-BE49-F238E27FC236}">
                <a16:creationId xmlns:a16="http://schemas.microsoft.com/office/drawing/2014/main" id="{4AD7E1C2-8B66-46C2-9AA1-F34469243225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7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17">
            <a:extLst>
              <a:ext uri="{FF2B5EF4-FFF2-40B4-BE49-F238E27FC236}">
                <a16:creationId xmlns:a16="http://schemas.microsoft.com/office/drawing/2014/main" id="{53FEC8DB-0FAF-4305-916E-18CA14D44BD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480659" y="2285999"/>
            <a:ext cx="1976212" cy="1976210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7">
            <a:extLst>
              <a:ext uri="{FF2B5EF4-FFF2-40B4-BE49-F238E27FC236}">
                <a16:creationId xmlns:a16="http://schemas.microsoft.com/office/drawing/2014/main" id="{E93854A3-4658-4350-B1D1-A0F274042C3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07893" y="2285999"/>
            <a:ext cx="1976212" cy="1976210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2" name="그림 개체 틀 17">
            <a:extLst>
              <a:ext uri="{FF2B5EF4-FFF2-40B4-BE49-F238E27FC236}">
                <a16:creationId xmlns:a16="http://schemas.microsoft.com/office/drawing/2014/main" id="{F5AC063C-3AFA-427A-BD81-DEB4B3C0EE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35128" y="2285999"/>
            <a:ext cx="1976212" cy="1976210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6" name="Graphic 3">
            <a:hlinkClick r:id="rId2"/>
            <a:extLst>
              <a:ext uri="{FF2B5EF4-FFF2-40B4-BE49-F238E27FC236}">
                <a16:creationId xmlns:a16="http://schemas.microsoft.com/office/drawing/2014/main" id="{F553D48E-E9FC-42C2-B3DC-2EBF6D1FA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F87C1AD4-9B23-4A65-A5F1-4C104A9B1095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CCA5E0-FE79-4941-AF34-263374D52D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57" b="28653"/>
          <a:stretch/>
        </p:blipFill>
        <p:spPr>
          <a:xfrm flipH="1" flipV="1">
            <a:off x="0" y="0"/>
            <a:ext cx="3104810" cy="263010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FBE42BE-182C-4299-B7B2-B3E030824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5" r="27561"/>
          <a:stretch/>
        </p:blipFill>
        <p:spPr>
          <a:xfrm flipV="1">
            <a:off x="9324829" y="5633374"/>
            <a:ext cx="2867171" cy="122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5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B63C28D1-1678-4823-B4BF-69430108B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8" t="32931"/>
          <a:stretch/>
        </p:blipFill>
        <p:spPr>
          <a:xfrm flipV="1">
            <a:off x="0" y="4385618"/>
            <a:ext cx="3344478" cy="247238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7A8EAE2-97B7-4665-BF9C-21A53A4240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98"/>
          <a:stretch/>
        </p:blipFill>
        <p:spPr>
          <a:xfrm>
            <a:off x="8974041" y="0"/>
            <a:ext cx="3217959" cy="1757128"/>
          </a:xfrm>
          <a:prstGeom prst="rect">
            <a:avLst/>
          </a:prstGeom>
        </p:spPr>
      </p:pic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F181B12C-E6E9-40B0-97C8-67E0EB2E3E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28115" y="1221555"/>
            <a:ext cx="3561090" cy="441489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3" name="Graphic 3">
            <a:hlinkClick r:id="rId4"/>
            <a:extLst>
              <a:ext uri="{FF2B5EF4-FFF2-40B4-BE49-F238E27FC236}">
                <a16:creationId xmlns:a16="http://schemas.microsoft.com/office/drawing/2014/main" id="{50337F9A-7818-48E4-A170-2C66D2E49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6" name="TextBox 15">
            <a:hlinkClick r:id="rId7"/>
            <a:extLst>
              <a:ext uri="{FF2B5EF4-FFF2-40B4-BE49-F238E27FC236}">
                <a16:creationId xmlns:a16="http://schemas.microsoft.com/office/drawing/2014/main" id="{2E3062D7-8F23-4599-9E03-B1A17FE888D2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07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9D4F7526-B15D-485F-BAE0-B9B7E10F12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72" b="28513"/>
          <a:stretch/>
        </p:blipFill>
        <p:spPr>
          <a:xfrm flipH="1">
            <a:off x="8610739" y="4222738"/>
            <a:ext cx="3581261" cy="263526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C892D9E-BAF3-4003-A8DC-3F54584FBD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59"/>
          <a:stretch/>
        </p:blipFill>
        <p:spPr>
          <a:xfrm flipV="1">
            <a:off x="0" y="0"/>
            <a:ext cx="2835575" cy="1757128"/>
          </a:xfrm>
          <a:prstGeom prst="rect">
            <a:avLst/>
          </a:prstGeom>
        </p:spPr>
      </p:pic>
      <p:pic>
        <p:nvPicPr>
          <p:cNvPr id="13" name="Graphic 3">
            <a:hlinkClick r:id="rId4"/>
            <a:extLst>
              <a:ext uri="{FF2B5EF4-FFF2-40B4-BE49-F238E27FC236}">
                <a16:creationId xmlns:a16="http://schemas.microsoft.com/office/drawing/2014/main" id="{26AC6276-232C-4694-905E-000ADF9BD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7"/>
            <a:extLst>
              <a:ext uri="{FF2B5EF4-FFF2-40B4-BE49-F238E27FC236}">
                <a16:creationId xmlns:a16="http://schemas.microsoft.com/office/drawing/2014/main" id="{78C068C9-DF24-4D6D-8439-AE7DD6E56809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그림 개체 틀 11">
            <a:extLst>
              <a:ext uri="{FF2B5EF4-FFF2-40B4-BE49-F238E27FC236}">
                <a16:creationId xmlns:a16="http://schemas.microsoft.com/office/drawing/2014/main" id="{ED6E98AC-D6EF-41CC-A89B-3561932430C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75032" y="1219200"/>
            <a:ext cx="2142067" cy="4423546"/>
          </a:xfrm>
          <a:prstGeom prst="roundRect">
            <a:avLst>
              <a:gd name="adj" fmla="val 1369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b="1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391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2E657DB8-05DA-47F0-8411-6986D2686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13" r="54971"/>
          <a:stretch/>
        </p:blipFill>
        <p:spPr>
          <a:xfrm flipV="1">
            <a:off x="9062845" y="4749800"/>
            <a:ext cx="3129155" cy="21082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FBE5FB-613D-4ED0-89B6-73985028EA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4"/>
          <a:stretch/>
        </p:blipFill>
        <p:spPr>
          <a:xfrm>
            <a:off x="-1" y="0"/>
            <a:ext cx="2759375" cy="1757128"/>
          </a:xfrm>
          <a:prstGeom prst="rect">
            <a:avLst/>
          </a:prstGeom>
        </p:spPr>
      </p:pic>
      <p:pic>
        <p:nvPicPr>
          <p:cNvPr id="13" name="Graphic 3">
            <a:hlinkClick r:id="rId4"/>
            <a:extLst>
              <a:ext uri="{FF2B5EF4-FFF2-40B4-BE49-F238E27FC236}">
                <a16:creationId xmlns:a16="http://schemas.microsoft.com/office/drawing/2014/main" id="{74258691-FBA0-48A1-8E4A-777E5E7F29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6" name="TextBox 15">
            <a:hlinkClick r:id="rId7"/>
            <a:extLst>
              <a:ext uri="{FF2B5EF4-FFF2-40B4-BE49-F238E27FC236}">
                <a16:creationId xmlns:a16="http://schemas.microsoft.com/office/drawing/2014/main" id="{A25BB026-B338-4CB6-83EF-895D8ACEE39F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그림 개체 틀 5">
            <a:extLst>
              <a:ext uri="{FF2B5EF4-FFF2-40B4-BE49-F238E27FC236}">
                <a16:creationId xmlns:a16="http://schemas.microsoft.com/office/drawing/2014/main" id="{B6558A50-3D8D-4C80-99F9-B4B25BFDBF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0810" y="1203960"/>
            <a:ext cx="5842310" cy="4450080"/>
          </a:xfrm>
          <a:prstGeom prst="roundRect">
            <a:avLst>
              <a:gd name="adj" fmla="val 494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6792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8871F4D6-F855-4E59-BDD9-473BFA3C25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4" b="44063"/>
          <a:stretch/>
        </p:blipFill>
        <p:spPr>
          <a:xfrm flipV="1">
            <a:off x="-1" y="-1"/>
            <a:ext cx="5540002" cy="20620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0AA57FA-29BA-478D-9145-FE6AA901D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9" t="27631"/>
          <a:stretch/>
        </p:blipFill>
        <p:spPr>
          <a:xfrm flipH="1" flipV="1">
            <a:off x="9285171" y="5586385"/>
            <a:ext cx="2906829" cy="1271615"/>
          </a:xfrm>
          <a:prstGeom prst="rect">
            <a:avLst/>
          </a:prstGeom>
        </p:spPr>
      </p:pic>
      <p:pic>
        <p:nvPicPr>
          <p:cNvPr id="12" name="Graphic 3">
            <a:hlinkClick r:id="rId4"/>
            <a:extLst>
              <a:ext uri="{FF2B5EF4-FFF2-40B4-BE49-F238E27FC236}">
                <a16:creationId xmlns:a16="http://schemas.microsoft.com/office/drawing/2014/main" id="{7E1ABCE7-D4B9-40BE-9FA5-9AB582656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17" name="TextBox 16">
            <a:hlinkClick r:id="rId7"/>
            <a:extLst>
              <a:ext uri="{FF2B5EF4-FFF2-40B4-BE49-F238E27FC236}">
                <a16:creationId xmlns:a16="http://schemas.microsoft.com/office/drawing/2014/main" id="{8A60E5D0-A772-4E37-BE7E-0BAECD55B13F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그림 개체 틀 8">
            <a:extLst>
              <a:ext uri="{FF2B5EF4-FFF2-40B4-BE49-F238E27FC236}">
                <a16:creationId xmlns:a16="http://schemas.microsoft.com/office/drawing/2014/main" id="{754C9DD3-0FA8-447D-B8E3-85F97AEFB12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51001" y="1092200"/>
            <a:ext cx="6452466" cy="4267200"/>
          </a:xfrm>
          <a:prstGeom prst="roundRect">
            <a:avLst>
              <a:gd name="adj" fmla="val 2113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7105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516C645C-CDA6-41D1-9E44-6DBB7A2CCA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2E5C51E2-D8B1-4D98-81C9-7CF504A60609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44ECAF17-09DC-40BA-861E-DF61540948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92359" y="68812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3A2B02EE-463F-428C-B197-49C8E870CCB2}"/>
              </a:ext>
            </a:extLst>
          </p:cNvPr>
          <p:cNvSpPr txBox="1"/>
          <p:nvPr userDrawn="1"/>
        </p:nvSpPr>
        <p:spPr>
          <a:xfrm>
            <a:off x="4160438" y="6826857"/>
            <a:ext cx="1817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image" Target="../media/image1.png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9" r:id="rId2"/>
    <p:sldLayoutId id="2147483690" r:id="rId3"/>
    <p:sldLayoutId id="2147483691" r:id="rId4"/>
    <p:sldLayoutId id="2147483688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687" r:id="rId21"/>
    <p:sldLayoutId id="2147483664" r:id="rId2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7.xml" /><Relationship Id="rId4" Type="http://schemas.openxmlformats.org/officeDocument/2006/relationships/image" Target="../media/image8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6.xml" /><Relationship Id="rId4" Type="http://schemas.openxmlformats.org/officeDocument/2006/relationships/image" Target="../media/image1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8.xml" /><Relationship Id="rId4" Type="http://schemas.openxmlformats.org/officeDocument/2006/relationships/image" Target="../media/image14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9D1BDFB-62FF-4866-8A0C-3DAE0C133E8B}"/>
              </a:ext>
            </a:extLst>
          </p:cNvPr>
          <p:cNvSpPr txBox="1"/>
          <p:nvPr/>
        </p:nvSpPr>
        <p:spPr>
          <a:xfrm>
            <a:off x="2104725" y="2514669"/>
            <a:ext cx="798255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spAutoFit/>
          </a:bodyPr>
          <a:lstStyle/>
          <a:p>
            <a:pPr algn="ctr"/>
            <a:r>
              <a:rPr lang="pt-BR" sz="60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𝑺𝑷 𝑽𝒂𝒈𝒂 𝑰𝒏𝒕𝒆𝒍𝒊𝒈𝒆𝒏𝒕𝒆</a:t>
            </a:r>
            <a:endParaRPr lang="pt-BR" altLang="ko-KR" sz="6000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7059B6-3521-41F7-B502-0E9364ABE7E4}"/>
              </a:ext>
            </a:extLst>
          </p:cNvPr>
          <p:cNvSpPr/>
          <p:nvPr/>
        </p:nvSpPr>
        <p:spPr>
          <a:xfrm>
            <a:off x="2660746" y="2853253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01.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EDF3BC-2713-4FA5-B255-2E5009E06244}"/>
              </a:ext>
            </a:extLst>
          </p:cNvPr>
          <p:cNvSpPr/>
          <p:nvPr/>
        </p:nvSpPr>
        <p:spPr>
          <a:xfrm>
            <a:off x="2665480" y="350462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02.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1DBA5C8-AE20-4552-A108-66222A969F86}"/>
              </a:ext>
            </a:extLst>
          </p:cNvPr>
          <p:cNvSpPr/>
          <p:nvPr/>
        </p:nvSpPr>
        <p:spPr>
          <a:xfrm>
            <a:off x="2660746" y="411012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03.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33065B-2B1D-44E4-82FB-21CE04693DA3}"/>
              </a:ext>
            </a:extLst>
          </p:cNvPr>
          <p:cNvSpPr txBox="1"/>
          <p:nvPr/>
        </p:nvSpPr>
        <p:spPr>
          <a:xfrm>
            <a:off x="2006598" y="1477968"/>
            <a:ext cx="8178802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INTRODUÇÃO</a:t>
            </a:r>
            <a:endParaRPr lang="pt-BR" altLang="ko-KR" dirty="0">
              <a:solidFill>
                <a:schemeClr val="bg1"/>
              </a:solidFill>
            </a:endParaRPr>
          </a:p>
        </p:txBody>
      </p:sp>
      <p:sp>
        <p:nvSpPr>
          <p:cNvPr id="3" name="직사각형 25">
            <a:extLst>
              <a:ext uri="{FF2B5EF4-FFF2-40B4-BE49-F238E27FC236}">
                <a16:creationId xmlns:a16="http://schemas.microsoft.com/office/drawing/2014/main" id="{D5C2B818-3B14-4C65-9715-4DCFC4A1FDCA}"/>
              </a:ext>
            </a:extLst>
          </p:cNvPr>
          <p:cNvSpPr/>
          <p:nvPr/>
        </p:nvSpPr>
        <p:spPr>
          <a:xfrm>
            <a:off x="3195476" y="2852973"/>
            <a:ext cx="7007138" cy="31700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Crescimento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da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frota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SP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gera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desafios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de 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mobilidade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ct val="20000"/>
              </a:spcBef>
            </a:pP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Tráfego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parasita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até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30% do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trânsito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procurando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vaga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Zona Azul Digital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informa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disponibilidade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endParaRPr lang="en-US" sz="2400" dirty="0">
              <a:solidFill>
                <a:srgbClr val="000000"/>
              </a:solidFill>
              <a:latin typeface="Poppins SemiBold"/>
              <a:ea typeface="Calibri"/>
              <a:cs typeface="Poppins SemiBold"/>
            </a:endParaRPr>
          </a:p>
          <a:p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endParaRPr lang="en-US" sz="20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endParaRPr lang="en-US" altLang="ko-KR" sz="2400" dirty="0">
              <a:latin typeface="+mj-lt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0928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타원 33">
            <a:extLst>
              <a:ext uri="{FF2B5EF4-FFF2-40B4-BE49-F238E27FC236}">
                <a16:creationId xmlns:a16="http://schemas.microsoft.com/office/drawing/2014/main" id="{7D6A1488-A151-4391-B357-A82B828B7B74}"/>
              </a:ext>
            </a:extLst>
          </p:cNvPr>
          <p:cNvSpPr/>
          <p:nvPr/>
        </p:nvSpPr>
        <p:spPr>
          <a:xfrm>
            <a:off x="1943762" y="2099358"/>
            <a:ext cx="898591" cy="898591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4D8EAF6-6848-46D0-8A64-C6156C5C1578}"/>
              </a:ext>
            </a:extLst>
          </p:cNvPr>
          <p:cNvSpPr/>
          <p:nvPr/>
        </p:nvSpPr>
        <p:spPr>
          <a:xfrm>
            <a:off x="1948689" y="3206798"/>
            <a:ext cx="898591" cy="898591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5681857-1F17-4CDC-875B-8C016BC10130}"/>
              </a:ext>
            </a:extLst>
          </p:cNvPr>
          <p:cNvGrpSpPr/>
          <p:nvPr/>
        </p:nvGrpSpPr>
        <p:grpSpPr>
          <a:xfrm>
            <a:off x="2263178" y="2361269"/>
            <a:ext cx="327164" cy="326763"/>
            <a:chOff x="2090919" y="902017"/>
            <a:chExt cx="388715" cy="388239"/>
          </a:xfrm>
          <a:solidFill>
            <a:schemeClr val="bg1"/>
          </a:solidFill>
        </p:grpSpPr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7737BC08-A5ED-4EE9-9609-456A3055E95D}"/>
                </a:ext>
              </a:extLst>
            </p:cNvPr>
            <p:cNvSpPr/>
            <p:nvPr/>
          </p:nvSpPr>
          <p:spPr>
            <a:xfrm>
              <a:off x="2412959" y="991314"/>
              <a:ext cx="66675" cy="66675"/>
            </a:xfrm>
            <a:custGeom>
              <a:avLst/>
              <a:gdLst>
                <a:gd name="connsiteX0" fmla="*/ 62198 w 66675"/>
                <a:gd name="connsiteY0" fmla="*/ 26146 h 66675"/>
                <a:gd name="connsiteX1" fmla="*/ 46482 w 66675"/>
                <a:gd name="connsiteY1" fmla="*/ 10430 h 66675"/>
                <a:gd name="connsiteX2" fmla="*/ 30766 w 66675"/>
                <a:gd name="connsiteY2" fmla="*/ 10430 h 66675"/>
                <a:gd name="connsiteX3" fmla="*/ 7144 w 66675"/>
                <a:gd name="connsiteY3" fmla="*/ 34052 h 66675"/>
                <a:gd name="connsiteX4" fmla="*/ 38671 w 66675"/>
                <a:gd name="connsiteY4" fmla="*/ 65580 h 66675"/>
                <a:gd name="connsiteX5" fmla="*/ 62293 w 66675"/>
                <a:gd name="connsiteY5" fmla="*/ 41958 h 66675"/>
                <a:gd name="connsiteX6" fmla="*/ 62198 w 66675"/>
                <a:gd name="connsiteY6" fmla="*/ 261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66675">
                  <a:moveTo>
                    <a:pt x="62198" y="26146"/>
                  </a:moveTo>
                  <a:lnTo>
                    <a:pt x="46482" y="10430"/>
                  </a:lnTo>
                  <a:cubicBezTo>
                    <a:pt x="42100" y="6048"/>
                    <a:pt x="35052" y="6048"/>
                    <a:pt x="30766" y="10430"/>
                  </a:cubicBezTo>
                  <a:lnTo>
                    <a:pt x="7144" y="34052"/>
                  </a:lnTo>
                  <a:lnTo>
                    <a:pt x="38671" y="65580"/>
                  </a:lnTo>
                  <a:lnTo>
                    <a:pt x="62293" y="41958"/>
                  </a:lnTo>
                  <a:cubicBezTo>
                    <a:pt x="66580" y="37481"/>
                    <a:pt x="66580" y="30432"/>
                    <a:pt x="62198" y="261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6FA94775-234C-43FE-A572-20AA47AD0DC5}"/>
                </a:ext>
              </a:extLst>
            </p:cNvPr>
            <p:cNvSpPr/>
            <p:nvPr/>
          </p:nvSpPr>
          <p:spPr>
            <a:xfrm>
              <a:off x="2331893" y="1034034"/>
              <a:ext cx="104775" cy="104775"/>
            </a:xfrm>
            <a:custGeom>
              <a:avLst/>
              <a:gdLst>
                <a:gd name="connsiteX0" fmla="*/ 19725 w 104775"/>
                <a:gd name="connsiteY0" fmla="*/ 59531 h 104775"/>
                <a:gd name="connsiteX1" fmla="*/ 7438 w 104775"/>
                <a:gd name="connsiteY1" fmla="*/ 96488 h 104775"/>
                <a:gd name="connsiteX2" fmla="*/ 8771 w 104775"/>
                <a:gd name="connsiteY2" fmla="*/ 102108 h 104775"/>
                <a:gd name="connsiteX3" fmla="*/ 14391 w 104775"/>
                <a:gd name="connsiteY3" fmla="*/ 103442 h 104775"/>
                <a:gd name="connsiteX4" fmla="*/ 51348 w 104775"/>
                <a:gd name="connsiteY4" fmla="*/ 91154 h 104775"/>
                <a:gd name="connsiteX5" fmla="*/ 104021 w 104775"/>
                <a:gd name="connsiteY5" fmla="*/ 38672 h 104775"/>
                <a:gd name="connsiteX6" fmla="*/ 72494 w 104775"/>
                <a:gd name="connsiteY6" fmla="*/ 7144 h 104775"/>
                <a:gd name="connsiteX7" fmla="*/ 19725 w 104775"/>
                <a:gd name="connsiteY7" fmla="*/ 5953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775" h="104775">
                  <a:moveTo>
                    <a:pt x="19725" y="59531"/>
                  </a:moveTo>
                  <a:lnTo>
                    <a:pt x="7438" y="96488"/>
                  </a:lnTo>
                  <a:cubicBezTo>
                    <a:pt x="6771" y="98488"/>
                    <a:pt x="7247" y="100584"/>
                    <a:pt x="8771" y="102108"/>
                  </a:cubicBezTo>
                  <a:cubicBezTo>
                    <a:pt x="10200" y="103537"/>
                    <a:pt x="12391" y="104108"/>
                    <a:pt x="14391" y="103442"/>
                  </a:cubicBezTo>
                  <a:lnTo>
                    <a:pt x="51348" y="91154"/>
                  </a:lnTo>
                  <a:lnTo>
                    <a:pt x="104021" y="38672"/>
                  </a:lnTo>
                  <a:lnTo>
                    <a:pt x="72494" y="7144"/>
                  </a:lnTo>
                  <a:lnTo>
                    <a:pt x="19725" y="595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FEB0F8C9-41E8-4E39-BDFC-5AC8905BF6D4}"/>
                </a:ext>
              </a:extLst>
            </p:cNvPr>
            <p:cNvSpPr/>
            <p:nvPr/>
          </p:nvSpPr>
          <p:spPr>
            <a:xfrm>
              <a:off x="2090919" y="947356"/>
              <a:ext cx="257175" cy="342900"/>
            </a:xfrm>
            <a:custGeom>
              <a:avLst/>
              <a:gdLst>
                <a:gd name="connsiteX0" fmla="*/ 29432 w 257175"/>
                <a:gd name="connsiteY0" fmla="*/ 308705 h 342900"/>
                <a:gd name="connsiteX1" fmla="*/ 29432 w 257175"/>
                <a:gd name="connsiteY1" fmla="*/ 7144 h 342900"/>
                <a:gd name="connsiteX2" fmla="*/ 18288 w 257175"/>
                <a:gd name="connsiteY2" fmla="*/ 7144 h 342900"/>
                <a:gd name="connsiteX3" fmla="*/ 7144 w 257175"/>
                <a:gd name="connsiteY3" fmla="*/ 18288 h 342900"/>
                <a:gd name="connsiteX4" fmla="*/ 7144 w 257175"/>
                <a:gd name="connsiteY4" fmla="*/ 331089 h 342900"/>
                <a:gd name="connsiteX5" fmla="*/ 18288 w 257175"/>
                <a:gd name="connsiteY5" fmla="*/ 342233 h 342900"/>
                <a:gd name="connsiteX6" fmla="*/ 241935 w 257175"/>
                <a:gd name="connsiteY6" fmla="*/ 342233 h 342900"/>
                <a:gd name="connsiteX7" fmla="*/ 253079 w 257175"/>
                <a:gd name="connsiteY7" fmla="*/ 331089 h 342900"/>
                <a:gd name="connsiteX8" fmla="*/ 253079 w 257175"/>
                <a:gd name="connsiteY8" fmla="*/ 319945 h 342900"/>
                <a:gd name="connsiteX9" fmla="*/ 40577 w 257175"/>
                <a:gd name="connsiteY9" fmla="*/ 319945 h 342900"/>
                <a:gd name="connsiteX10" fmla="*/ 29432 w 257175"/>
                <a:gd name="connsiteY10" fmla="*/ 30870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175" h="342900">
                  <a:moveTo>
                    <a:pt x="29432" y="308705"/>
                  </a:moveTo>
                  <a:lnTo>
                    <a:pt x="2943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850"/>
                    <a:pt x="29432" y="314897"/>
                    <a:pt x="29432" y="3087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AA7AD871-46B4-4E6E-A172-7BEA79F6413C}"/>
                </a:ext>
              </a:extLst>
            </p:cNvPr>
            <p:cNvSpPr/>
            <p:nvPr/>
          </p:nvSpPr>
          <p:spPr>
            <a:xfrm>
              <a:off x="2225317" y="969645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9024B18-BB52-4BE1-BD28-6C88B8119F7A}"/>
                </a:ext>
              </a:extLst>
            </p:cNvPr>
            <p:cNvSpPr/>
            <p:nvPr/>
          </p:nvSpPr>
          <p:spPr>
            <a:xfrm>
              <a:off x="2203028" y="1036510"/>
              <a:ext cx="76200" cy="57150"/>
            </a:xfrm>
            <a:custGeom>
              <a:avLst/>
              <a:gdLst>
                <a:gd name="connsiteX0" fmla="*/ 40576 w 76200"/>
                <a:gd name="connsiteY0" fmla="*/ 7144 h 57150"/>
                <a:gd name="connsiteX1" fmla="*/ 7144 w 76200"/>
                <a:gd name="connsiteY1" fmla="*/ 40577 h 57150"/>
                <a:gd name="connsiteX2" fmla="*/ 7144 w 76200"/>
                <a:gd name="connsiteY2" fmla="*/ 51721 h 57150"/>
                <a:gd name="connsiteX3" fmla="*/ 74009 w 76200"/>
                <a:gd name="connsiteY3" fmla="*/ 51721 h 57150"/>
                <a:gd name="connsiteX4" fmla="*/ 74009 w 76200"/>
                <a:gd name="connsiteY4" fmla="*/ 40577 h 57150"/>
                <a:gd name="connsiteX5" fmla="*/ 40576 w 76200"/>
                <a:gd name="connsiteY5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0" h="57150">
                  <a:moveTo>
                    <a:pt x="40576" y="7144"/>
                  </a:moveTo>
                  <a:cubicBezTo>
                    <a:pt x="22098" y="7144"/>
                    <a:pt x="7144" y="22098"/>
                    <a:pt x="7144" y="40577"/>
                  </a:cubicBezTo>
                  <a:lnTo>
                    <a:pt x="7144" y="51721"/>
                  </a:lnTo>
                  <a:lnTo>
                    <a:pt x="74009" y="51721"/>
                  </a:lnTo>
                  <a:lnTo>
                    <a:pt x="74009" y="40577"/>
                  </a:lnTo>
                  <a:cubicBezTo>
                    <a:pt x="74009" y="22098"/>
                    <a:pt x="59055" y="7144"/>
                    <a:pt x="4057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2163E52D-B6B7-4297-A40E-6714312127AD}"/>
                </a:ext>
              </a:extLst>
            </p:cNvPr>
            <p:cNvSpPr/>
            <p:nvPr/>
          </p:nvSpPr>
          <p:spPr>
            <a:xfrm>
              <a:off x="2135496" y="902017"/>
              <a:ext cx="257175" cy="342900"/>
            </a:xfrm>
            <a:custGeom>
              <a:avLst/>
              <a:gdLst>
                <a:gd name="connsiteX0" fmla="*/ 189357 w 257175"/>
                <a:gd name="connsiteY0" fmla="*/ 249936 h 342900"/>
                <a:gd name="connsiteX1" fmla="*/ 182594 w 257175"/>
                <a:gd name="connsiteY1" fmla="*/ 221551 h 342900"/>
                <a:gd name="connsiteX2" fmla="*/ 196596 w 257175"/>
                <a:gd name="connsiteY2" fmla="*/ 179642 h 342900"/>
                <a:gd name="connsiteX3" fmla="*/ 252984 w 257175"/>
                <a:gd name="connsiteY3" fmla="*/ 123254 h 342900"/>
                <a:gd name="connsiteX4" fmla="*/ 252984 w 257175"/>
                <a:gd name="connsiteY4" fmla="*/ 97155 h 342900"/>
                <a:gd name="connsiteX5" fmla="*/ 174974 w 257175"/>
                <a:gd name="connsiteY5" fmla="*/ 97155 h 342900"/>
                <a:gd name="connsiteX6" fmla="*/ 163830 w 257175"/>
                <a:gd name="connsiteY6" fmla="*/ 86011 h 342900"/>
                <a:gd name="connsiteX7" fmla="*/ 163830 w 257175"/>
                <a:gd name="connsiteY7" fmla="*/ 7144 h 342900"/>
                <a:gd name="connsiteX8" fmla="*/ 18288 w 257175"/>
                <a:gd name="connsiteY8" fmla="*/ 7144 h 342900"/>
                <a:gd name="connsiteX9" fmla="*/ 7144 w 257175"/>
                <a:gd name="connsiteY9" fmla="*/ 18288 h 342900"/>
                <a:gd name="connsiteX10" fmla="*/ 7144 w 257175"/>
                <a:gd name="connsiteY10" fmla="*/ 331851 h 342900"/>
                <a:gd name="connsiteX11" fmla="*/ 18288 w 257175"/>
                <a:gd name="connsiteY11" fmla="*/ 342995 h 342900"/>
                <a:gd name="connsiteX12" fmla="*/ 241935 w 257175"/>
                <a:gd name="connsiteY12" fmla="*/ 342995 h 342900"/>
                <a:gd name="connsiteX13" fmla="*/ 253079 w 257175"/>
                <a:gd name="connsiteY13" fmla="*/ 331851 h 342900"/>
                <a:gd name="connsiteX14" fmla="*/ 253079 w 257175"/>
                <a:gd name="connsiteY14" fmla="*/ 244793 h 342900"/>
                <a:gd name="connsiteX15" fmla="*/ 214408 w 257175"/>
                <a:gd name="connsiteY15" fmla="*/ 257747 h 342900"/>
                <a:gd name="connsiteX16" fmla="*/ 189357 w 257175"/>
                <a:gd name="connsiteY16" fmla="*/ 249936 h 342900"/>
                <a:gd name="connsiteX17" fmla="*/ 152686 w 257175"/>
                <a:gd name="connsiteY17" fmla="*/ 297656 h 342900"/>
                <a:gd name="connsiteX18" fmla="*/ 63532 w 257175"/>
                <a:gd name="connsiteY18" fmla="*/ 297656 h 342900"/>
                <a:gd name="connsiteX19" fmla="*/ 52388 w 257175"/>
                <a:gd name="connsiteY19" fmla="*/ 286512 h 342900"/>
                <a:gd name="connsiteX20" fmla="*/ 63532 w 257175"/>
                <a:gd name="connsiteY20" fmla="*/ 275368 h 342900"/>
                <a:gd name="connsiteX21" fmla="*/ 152686 w 257175"/>
                <a:gd name="connsiteY21" fmla="*/ 275368 h 342900"/>
                <a:gd name="connsiteX22" fmla="*/ 163830 w 257175"/>
                <a:gd name="connsiteY22" fmla="*/ 286512 h 342900"/>
                <a:gd name="connsiteX23" fmla="*/ 152686 w 257175"/>
                <a:gd name="connsiteY23" fmla="*/ 297656 h 342900"/>
                <a:gd name="connsiteX24" fmla="*/ 152686 w 257175"/>
                <a:gd name="connsiteY24" fmla="*/ 253079 h 342900"/>
                <a:gd name="connsiteX25" fmla="*/ 63532 w 257175"/>
                <a:gd name="connsiteY25" fmla="*/ 253079 h 342900"/>
                <a:gd name="connsiteX26" fmla="*/ 52388 w 257175"/>
                <a:gd name="connsiteY26" fmla="*/ 241935 h 342900"/>
                <a:gd name="connsiteX27" fmla="*/ 63532 w 257175"/>
                <a:gd name="connsiteY27" fmla="*/ 230791 h 342900"/>
                <a:gd name="connsiteX28" fmla="*/ 152686 w 257175"/>
                <a:gd name="connsiteY28" fmla="*/ 230791 h 342900"/>
                <a:gd name="connsiteX29" fmla="*/ 163830 w 257175"/>
                <a:gd name="connsiteY29" fmla="*/ 241935 h 342900"/>
                <a:gd name="connsiteX30" fmla="*/ 152686 w 257175"/>
                <a:gd name="connsiteY30" fmla="*/ 253079 h 342900"/>
                <a:gd name="connsiteX31" fmla="*/ 163830 w 257175"/>
                <a:gd name="connsiteY31" fmla="*/ 197358 h 342900"/>
                <a:gd name="connsiteX32" fmla="*/ 152686 w 257175"/>
                <a:gd name="connsiteY32" fmla="*/ 208502 h 342900"/>
                <a:gd name="connsiteX33" fmla="*/ 63532 w 257175"/>
                <a:gd name="connsiteY33" fmla="*/ 208502 h 342900"/>
                <a:gd name="connsiteX34" fmla="*/ 52388 w 257175"/>
                <a:gd name="connsiteY34" fmla="*/ 197358 h 342900"/>
                <a:gd name="connsiteX35" fmla="*/ 52388 w 257175"/>
                <a:gd name="connsiteY35" fmla="*/ 175070 h 342900"/>
                <a:gd name="connsiteX36" fmla="*/ 108109 w 257175"/>
                <a:gd name="connsiteY36" fmla="*/ 119348 h 342900"/>
                <a:gd name="connsiteX37" fmla="*/ 74676 w 257175"/>
                <a:gd name="connsiteY37" fmla="*/ 85916 h 342900"/>
                <a:gd name="connsiteX38" fmla="*/ 108109 w 257175"/>
                <a:gd name="connsiteY38" fmla="*/ 52483 h 342900"/>
                <a:gd name="connsiteX39" fmla="*/ 141542 w 257175"/>
                <a:gd name="connsiteY39" fmla="*/ 85916 h 342900"/>
                <a:gd name="connsiteX40" fmla="*/ 108109 w 257175"/>
                <a:gd name="connsiteY40" fmla="*/ 119348 h 342900"/>
                <a:gd name="connsiteX41" fmla="*/ 163830 w 257175"/>
                <a:gd name="connsiteY41" fmla="*/ 175070 h 342900"/>
                <a:gd name="connsiteX42" fmla="*/ 163830 w 257175"/>
                <a:gd name="connsiteY42" fmla="*/ 197358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175" h="342900">
                  <a:moveTo>
                    <a:pt x="189357" y="249936"/>
                  </a:moveTo>
                  <a:cubicBezTo>
                    <a:pt x="181832" y="242316"/>
                    <a:pt x="179260" y="231458"/>
                    <a:pt x="182594" y="221551"/>
                  </a:cubicBezTo>
                  <a:lnTo>
                    <a:pt x="196596" y="179642"/>
                  </a:lnTo>
                  <a:lnTo>
                    <a:pt x="252984" y="123254"/>
                  </a:lnTo>
                  <a:lnTo>
                    <a:pt x="252984" y="97155"/>
                  </a:lnTo>
                  <a:lnTo>
                    <a:pt x="174974" y="97155"/>
                  </a:lnTo>
                  <a:cubicBezTo>
                    <a:pt x="168783" y="97155"/>
                    <a:pt x="163830" y="92202"/>
                    <a:pt x="163830" y="86011"/>
                  </a:cubicBezTo>
                  <a:lnTo>
                    <a:pt x="163830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44793"/>
                  </a:lnTo>
                  <a:lnTo>
                    <a:pt x="214408" y="257747"/>
                  </a:lnTo>
                  <a:cubicBezTo>
                    <a:pt x="204597" y="258223"/>
                    <a:pt x="197263" y="257651"/>
                    <a:pt x="189357" y="249936"/>
                  </a:cubicBezTo>
                  <a:close/>
                  <a:moveTo>
                    <a:pt x="152686" y="297656"/>
                  </a:moveTo>
                  <a:lnTo>
                    <a:pt x="63532" y="297656"/>
                  </a:lnTo>
                  <a:cubicBezTo>
                    <a:pt x="57341" y="297656"/>
                    <a:pt x="52388" y="292703"/>
                    <a:pt x="52388" y="286512"/>
                  </a:cubicBezTo>
                  <a:cubicBezTo>
                    <a:pt x="52388" y="280321"/>
                    <a:pt x="57341" y="275368"/>
                    <a:pt x="63532" y="275368"/>
                  </a:cubicBezTo>
                  <a:lnTo>
                    <a:pt x="152686" y="275368"/>
                  </a:lnTo>
                  <a:cubicBezTo>
                    <a:pt x="158877" y="275368"/>
                    <a:pt x="163830" y="280321"/>
                    <a:pt x="163830" y="286512"/>
                  </a:cubicBezTo>
                  <a:cubicBezTo>
                    <a:pt x="163830" y="292608"/>
                    <a:pt x="158877" y="297656"/>
                    <a:pt x="152686" y="297656"/>
                  </a:cubicBezTo>
                  <a:close/>
                  <a:moveTo>
                    <a:pt x="152686" y="253079"/>
                  </a:moveTo>
                  <a:lnTo>
                    <a:pt x="63532" y="253079"/>
                  </a:lnTo>
                  <a:cubicBezTo>
                    <a:pt x="57341" y="253079"/>
                    <a:pt x="52388" y="248126"/>
                    <a:pt x="52388" y="241935"/>
                  </a:cubicBezTo>
                  <a:cubicBezTo>
                    <a:pt x="52388" y="235744"/>
                    <a:pt x="57341" y="230791"/>
                    <a:pt x="63532" y="230791"/>
                  </a:cubicBezTo>
                  <a:lnTo>
                    <a:pt x="152686" y="230791"/>
                  </a:lnTo>
                  <a:cubicBezTo>
                    <a:pt x="158877" y="230791"/>
                    <a:pt x="163830" y="235744"/>
                    <a:pt x="163830" y="241935"/>
                  </a:cubicBezTo>
                  <a:cubicBezTo>
                    <a:pt x="163830" y="248126"/>
                    <a:pt x="158877" y="253079"/>
                    <a:pt x="152686" y="253079"/>
                  </a:cubicBezTo>
                  <a:close/>
                  <a:moveTo>
                    <a:pt x="163830" y="197358"/>
                  </a:moveTo>
                  <a:cubicBezTo>
                    <a:pt x="163830" y="203549"/>
                    <a:pt x="158877" y="208502"/>
                    <a:pt x="152686" y="208502"/>
                  </a:cubicBezTo>
                  <a:lnTo>
                    <a:pt x="63532" y="208502"/>
                  </a:lnTo>
                  <a:cubicBezTo>
                    <a:pt x="57341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9630" y="119348"/>
                    <a:pt x="74676" y="104394"/>
                    <a:pt x="74676" y="85916"/>
                  </a:cubicBezTo>
                  <a:cubicBezTo>
                    <a:pt x="74676" y="67437"/>
                    <a:pt x="89630" y="52483"/>
                    <a:pt x="108109" y="52483"/>
                  </a:cubicBezTo>
                  <a:cubicBezTo>
                    <a:pt x="126587" y="52483"/>
                    <a:pt x="141542" y="67437"/>
                    <a:pt x="141542" y="85916"/>
                  </a:cubicBezTo>
                  <a:cubicBezTo>
                    <a:pt x="141542" y="104394"/>
                    <a:pt x="126587" y="119348"/>
                    <a:pt x="108109" y="119348"/>
                  </a:cubicBezTo>
                  <a:cubicBezTo>
                    <a:pt x="138875" y="119348"/>
                    <a:pt x="163830" y="144304"/>
                    <a:pt x="163830" y="175070"/>
                  </a:cubicBezTo>
                  <a:lnTo>
                    <a:pt x="163830" y="1973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58FA7509-B22D-4D60-BA12-82944B18DB14}"/>
                </a:ext>
              </a:extLst>
            </p:cNvPr>
            <p:cNvSpPr/>
            <p:nvPr/>
          </p:nvSpPr>
          <p:spPr>
            <a:xfrm>
              <a:off x="2314471" y="902017"/>
              <a:ext cx="76200" cy="76200"/>
            </a:xfrm>
            <a:custGeom>
              <a:avLst/>
              <a:gdLst>
                <a:gd name="connsiteX0" fmla="*/ 7144 w 76200"/>
                <a:gd name="connsiteY0" fmla="*/ 7144 h 76200"/>
                <a:gd name="connsiteX1" fmla="*/ 7144 w 76200"/>
                <a:gd name="connsiteY1" fmla="*/ 74771 h 76200"/>
                <a:gd name="connsiteX2" fmla="*/ 74009 w 76200"/>
                <a:gd name="connsiteY2" fmla="*/ 7477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75B3D24-47DB-493E-9FE5-40F525D01AA4}"/>
              </a:ext>
            </a:extLst>
          </p:cNvPr>
          <p:cNvGrpSpPr/>
          <p:nvPr/>
        </p:nvGrpSpPr>
        <p:grpSpPr>
          <a:xfrm>
            <a:off x="2253959" y="3491864"/>
            <a:ext cx="328687" cy="328687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B9441ECF-0CEF-4C99-9C7C-A15E79B0D1D9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04DE68AE-D9C7-4344-A5D1-47C71E12E2A0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17E9CD1D-535D-4661-AFE9-935BEFBC1841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061FA3FE-D193-4445-BBF8-A8BB89C9C649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83C5DD3A-8563-4DB2-A6F8-812AC988CD28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4" name="타원 53">
            <a:extLst>
              <a:ext uri="{FF2B5EF4-FFF2-40B4-BE49-F238E27FC236}">
                <a16:creationId xmlns:a16="http://schemas.microsoft.com/office/drawing/2014/main" id="{62ACA20F-27E7-4A6D-B3F9-F9ECADF44833}"/>
              </a:ext>
            </a:extLst>
          </p:cNvPr>
          <p:cNvSpPr/>
          <p:nvPr/>
        </p:nvSpPr>
        <p:spPr>
          <a:xfrm>
            <a:off x="1974242" y="4353734"/>
            <a:ext cx="898591" cy="898591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A6C6124-0B15-4BE6-A877-1EFAD3D5FA15}"/>
              </a:ext>
            </a:extLst>
          </p:cNvPr>
          <p:cNvGrpSpPr/>
          <p:nvPr/>
        </p:nvGrpSpPr>
        <p:grpSpPr>
          <a:xfrm>
            <a:off x="2206607" y="4645620"/>
            <a:ext cx="328448" cy="314819"/>
            <a:chOff x="6793030" y="2235612"/>
            <a:chExt cx="390240" cy="374047"/>
          </a:xfrm>
          <a:solidFill>
            <a:schemeClr val="bg1"/>
          </a:solidFill>
        </p:grpSpPr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2B800B49-3613-45A3-893E-994E69FE6AC8}"/>
                </a:ext>
              </a:extLst>
            </p:cNvPr>
            <p:cNvSpPr/>
            <p:nvPr/>
          </p:nvSpPr>
          <p:spPr>
            <a:xfrm>
              <a:off x="6897520" y="2314384"/>
              <a:ext cx="285750" cy="295275"/>
            </a:xfrm>
            <a:custGeom>
              <a:avLst/>
              <a:gdLst>
                <a:gd name="connsiteX0" fmla="*/ 266033 w 285750"/>
                <a:gd name="connsiteY0" fmla="*/ 7144 h 295275"/>
                <a:gd name="connsiteX1" fmla="*/ 215455 w 285750"/>
                <a:gd name="connsiteY1" fmla="*/ 7144 h 295275"/>
                <a:gd name="connsiteX2" fmla="*/ 215455 w 285750"/>
                <a:gd name="connsiteY2" fmla="*/ 24194 h 295275"/>
                <a:gd name="connsiteX3" fmla="*/ 215455 w 285750"/>
                <a:gd name="connsiteY3" fmla="*/ 40958 h 295275"/>
                <a:gd name="connsiteX4" fmla="*/ 215455 w 285750"/>
                <a:gd name="connsiteY4" fmla="*/ 142589 h 295275"/>
                <a:gd name="connsiteX5" fmla="*/ 165068 w 285750"/>
                <a:gd name="connsiteY5" fmla="*/ 192977 h 295275"/>
                <a:gd name="connsiteX6" fmla="*/ 61436 w 285750"/>
                <a:gd name="connsiteY6" fmla="*/ 192977 h 295275"/>
                <a:gd name="connsiteX7" fmla="*/ 45529 w 285750"/>
                <a:gd name="connsiteY7" fmla="*/ 204121 h 295275"/>
                <a:gd name="connsiteX8" fmla="*/ 21621 w 285750"/>
                <a:gd name="connsiteY8" fmla="*/ 220885 h 295275"/>
                <a:gd name="connsiteX9" fmla="*/ 7144 w 285750"/>
                <a:gd name="connsiteY9" fmla="*/ 231077 h 295275"/>
                <a:gd name="connsiteX10" fmla="*/ 20383 w 285750"/>
                <a:gd name="connsiteY10" fmla="*/ 237649 h 295275"/>
                <a:gd name="connsiteX11" fmla="*/ 134683 w 285750"/>
                <a:gd name="connsiteY11" fmla="*/ 237649 h 295275"/>
                <a:gd name="connsiteX12" fmla="*/ 215836 w 285750"/>
                <a:gd name="connsiteY12" fmla="*/ 294418 h 295275"/>
                <a:gd name="connsiteX13" fmla="*/ 225457 w 285750"/>
                <a:gd name="connsiteY13" fmla="*/ 297466 h 295275"/>
                <a:gd name="connsiteX14" fmla="*/ 236696 w 285750"/>
                <a:gd name="connsiteY14" fmla="*/ 293084 h 295275"/>
                <a:gd name="connsiteX15" fmla="*/ 242125 w 285750"/>
                <a:gd name="connsiteY15" fmla="*/ 280416 h 295275"/>
                <a:gd name="connsiteX16" fmla="*/ 242125 w 285750"/>
                <a:gd name="connsiteY16" fmla="*/ 238411 h 295275"/>
                <a:gd name="connsiteX17" fmla="*/ 266223 w 285750"/>
                <a:gd name="connsiteY17" fmla="*/ 238411 h 295275"/>
                <a:gd name="connsiteX18" fmla="*/ 282987 w 285750"/>
                <a:gd name="connsiteY18" fmla="*/ 221647 h 295275"/>
                <a:gd name="connsiteX19" fmla="*/ 282987 w 285750"/>
                <a:gd name="connsiteY19" fmla="*/ 24003 h 295275"/>
                <a:gd name="connsiteX20" fmla="*/ 266033 w 285750"/>
                <a:gd name="connsiteY20" fmla="*/ 714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5750" h="295275">
                  <a:moveTo>
                    <a:pt x="266033" y="7144"/>
                  </a:moveTo>
                  <a:lnTo>
                    <a:pt x="215455" y="7144"/>
                  </a:lnTo>
                  <a:lnTo>
                    <a:pt x="215455" y="24194"/>
                  </a:lnTo>
                  <a:lnTo>
                    <a:pt x="215455" y="40958"/>
                  </a:lnTo>
                  <a:lnTo>
                    <a:pt x="215455" y="142589"/>
                  </a:lnTo>
                  <a:cubicBezTo>
                    <a:pt x="215455" y="170402"/>
                    <a:pt x="192881" y="192977"/>
                    <a:pt x="165068" y="192977"/>
                  </a:cubicBezTo>
                  <a:lnTo>
                    <a:pt x="61436" y="192977"/>
                  </a:lnTo>
                  <a:lnTo>
                    <a:pt x="45529" y="204121"/>
                  </a:lnTo>
                  <a:lnTo>
                    <a:pt x="21621" y="220885"/>
                  </a:lnTo>
                  <a:lnTo>
                    <a:pt x="7144" y="231077"/>
                  </a:lnTo>
                  <a:cubicBezTo>
                    <a:pt x="10191" y="235077"/>
                    <a:pt x="14954" y="237649"/>
                    <a:pt x="20383" y="237649"/>
                  </a:cubicBezTo>
                  <a:lnTo>
                    <a:pt x="134683" y="237649"/>
                  </a:lnTo>
                  <a:lnTo>
                    <a:pt x="215836" y="294418"/>
                  </a:lnTo>
                  <a:cubicBezTo>
                    <a:pt x="218694" y="296418"/>
                    <a:pt x="222028" y="297466"/>
                    <a:pt x="225457" y="297466"/>
                  </a:cubicBezTo>
                  <a:cubicBezTo>
                    <a:pt x="229457" y="297466"/>
                    <a:pt x="233457" y="296037"/>
                    <a:pt x="236696" y="293084"/>
                  </a:cubicBezTo>
                  <a:cubicBezTo>
                    <a:pt x="240220" y="289846"/>
                    <a:pt x="242125" y="285179"/>
                    <a:pt x="242125" y="280416"/>
                  </a:cubicBezTo>
                  <a:lnTo>
                    <a:pt x="242125" y="238411"/>
                  </a:lnTo>
                  <a:lnTo>
                    <a:pt x="266223" y="238411"/>
                  </a:lnTo>
                  <a:cubicBezTo>
                    <a:pt x="275463" y="238411"/>
                    <a:pt x="282987" y="230886"/>
                    <a:pt x="282987" y="221647"/>
                  </a:cubicBezTo>
                  <a:lnTo>
                    <a:pt x="282987" y="24003"/>
                  </a:lnTo>
                  <a:cubicBezTo>
                    <a:pt x="283083" y="14669"/>
                    <a:pt x="275463" y="7144"/>
                    <a:pt x="26603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6DDC4FE1-3DF0-44E0-B1E5-82AC4E030A42}"/>
                </a:ext>
              </a:extLst>
            </p:cNvPr>
            <p:cNvSpPr/>
            <p:nvPr/>
          </p:nvSpPr>
          <p:spPr>
            <a:xfrm>
              <a:off x="6793030" y="2235612"/>
              <a:ext cx="285750" cy="304800"/>
            </a:xfrm>
            <a:custGeom>
              <a:avLst/>
              <a:gdLst>
                <a:gd name="connsiteX0" fmla="*/ 269748 w 285750"/>
                <a:gd name="connsiteY0" fmla="*/ 7144 h 304800"/>
                <a:gd name="connsiteX1" fmla="*/ 23908 w 285750"/>
                <a:gd name="connsiteY1" fmla="*/ 7144 h 304800"/>
                <a:gd name="connsiteX2" fmla="*/ 7144 w 285750"/>
                <a:gd name="connsiteY2" fmla="*/ 23908 h 304800"/>
                <a:gd name="connsiteX3" fmla="*/ 7144 w 285750"/>
                <a:gd name="connsiteY3" fmla="*/ 221361 h 304800"/>
                <a:gd name="connsiteX4" fmla="*/ 23908 w 285750"/>
                <a:gd name="connsiteY4" fmla="*/ 238125 h 304800"/>
                <a:gd name="connsiteX5" fmla="*/ 47244 w 285750"/>
                <a:gd name="connsiteY5" fmla="*/ 238125 h 304800"/>
                <a:gd name="connsiteX6" fmla="*/ 47244 w 285750"/>
                <a:gd name="connsiteY6" fmla="*/ 281178 h 304800"/>
                <a:gd name="connsiteX7" fmla="*/ 52007 w 285750"/>
                <a:gd name="connsiteY7" fmla="*/ 293180 h 304800"/>
                <a:gd name="connsiteX8" fmla="*/ 64008 w 285750"/>
                <a:gd name="connsiteY8" fmla="*/ 298228 h 304800"/>
                <a:gd name="connsiteX9" fmla="*/ 73628 w 285750"/>
                <a:gd name="connsiteY9" fmla="*/ 295180 h 304800"/>
                <a:gd name="connsiteX10" fmla="*/ 107632 w 285750"/>
                <a:gd name="connsiteY10" fmla="*/ 271367 h 304800"/>
                <a:gd name="connsiteX11" fmla="*/ 124396 w 285750"/>
                <a:gd name="connsiteY11" fmla="*/ 259651 h 304800"/>
                <a:gd name="connsiteX12" fmla="*/ 141161 w 285750"/>
                <a:gd name="connsiteY12" fmla="*/ 247936 h 304800"/>
                <a:gd name="connsiteX13" fmla="*/ 154972 w 285750"/>
                <a:gd name="connsiteY13" fmla="*/ 238220 h 304800"/>
                <a:gd name="connsiteX14" fmla="*/ 269653 w 285750"/>
                <a:gd name="connsiteY14" fmla="*/ 238220 h 304800"/>
                <a:gd name="connsiteX15" fmla="*/ 286417 w 285750"/>
                <a:gd name="connsiteY15" fmla="*/ 221456 h 304800"/>
                <a:gd name="connsiteX16" fmla="*/ 286417 w 285750"/>
                <a:gd name="connsiteY16" fmla="*/ 119158 h 304800"/>
                <a:gd name="connsiteX17" fmla="*/ 286417 w 285750"/>
                <a:gd name="connsiteY17" fmla="*/ 102394 h 304800"/>
                <a:gd name="connsiteX18" fmla="*/ 286417 w 285750"/>
                <a:gd name="connsiteY18" fmla="*/ 85630 h 304800"/>
                <a:gd name="connsiteX19" fmla="*/ 286417 w 285750"/>
                <a:gd name="connsiteY19" fmla="*/ 24003 h 304800"/>
                <a:gd name="connsiteX20" fmla="*/ 269748 w 285750"/>
                <a:gd name="connsiteY20" fmla="*/ 7144 h 304800"/>
                <a:gd name="connsiteX21" fmla="*/ 219170 w 285750"/>
                <a:gd name="connsiteY21" fmla="*/ 160877 h 304800"/>
                <a:gd name="connsiteX22" fmla="*/ 202216 w 285750"/>
                <a:gd name="connsiteY22" fmla="*/ 175165 h 304800"/>
                <a:gd name="connsiteX23" fmla="*/ 192405 w 285750"/>
                <a:gd name="connsiteY23" fmla="*/ 175165 h 304800"/>
                <a:gd name="connsiteX24" fmla="*/ 91630 w 285750"/>
                <a:gd name="connsiteY24" fmla="*/ 175165 h 304800"/>
                <a:gd name="connsiteX25" fmla="*/ 74486 w 285750"/>
                <a:gd name="connsiteY25" fmla="*/ 158972 h 304800"/>
                <a:gd name="connsiteX26" fmla="*/ 91154 w 285750"/>
                <a:gd name="connsiteY26" fmla="*/ 141732 h 304800"/>
                <a:gd name="connsiteX27" fmla="*/ 202597 w 285750"/>
                <a:gd name="connsiteY27" fmla="*/ 141732 h 304800"/>
                <a:gd name="connsiteX28" fmla="*/ 217741 w 285750"/>
                <a:gd name="connsiteY28" fmla="*/ 151352 h 304800"/>
                <a:gd name="connsiteX29" fmla="*/ 219170 w 285750"/>
                <a:gd name="connsiteY29" fmla="*/ 160877 h 304800"/>
                <a:gd name="connsiteX30" fmla="*/ 202597 w 285750"/>
                <a:gd name="connsiteY30" fmla="*/ 108204 h 304800"/>
                <a:gd name="connsiteX31" fmla="*/ 91630 w 285750"/>
                <a:gd name="connsiteY31" fmla="*/ 108204 h 304800"/>
                <a:gd name="connsiteX32" fmla="*/ 74486 w 285750"/>
                <a:gd name="connsiteY32" fmla="*/ 92107 h 304800"/>
                <a:gd name="connsiteX33" fmla="*/ 91154 w 285750"/>
                <a:gd name="connsiteY33" fmla="*/ 74771 h 304800"/>
                <a:gd name="connsiteX34" fmla="*/ 202597 w 285750"/>
                <a:gd name="connsiteY34" fmla="*/ 74771 h 304800"/>
                <a:gd name="connsiteX35" fmla="*/ 219361 w 285750"/>
                <a:gd name="connsiteY35" fmla="*/ 91535 h 304800"/>
                <a:gd name="connsiteX36" fmla="*/ 202597 w 285750"/>
                <a:gd name="connsiteY36" fmla="*/ 108204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5750" h="304800">
                  <a:moveTo>
                    <a:pt x="269748" y="7144"/>
                  </a:moveTo>
                  <a:lnTo>
                    <a:pt x="23908" y="7144"/>
                  </a:lnTo>
                  <a:cubicBezTo>
                    <a:pt x="14668" y="7144"/>
                    <a:pt x="7144" y="14668"/>
                    <a:pt x="7144" y="23908"/>
                  </a:cubicBezTo>
                  <a:lnTo>
                    <a:pt x="7144" y="221361"/>
                  </a:lnTo>
                  <a:cubicBezTo>
                    <a:pt x="7144" y="230600"/>
                    <a:pt x="14668" y="238125"/>
                    <a:pt x="23908" y="238125"/>
                  </a:cubicBezTo>
                  <a:lnTo>
                    <a:pt x="47244" y="238125"/>
                  </a:lnTo>
                  <a:lnTo>
                    <a:pt x="47244" y="281178"/>
                  </a:lnTo>
                  <a:cubicBezTo>
                    <a:pt x="47244" y="285655"/>
                    <a:pt x="48863" y="290036"/>
                    <a:pt x="52007" y="293180"/>
                  </a:cubicBezTo>
                  <a:cubicBezTo>
                    <a:pt x="55340" y="296609"/>
                    <a:pt x="59722" y="298228"/>
                    <a:pt x="64008" y="298228"/>
                  </a:cubicBezTo>
                  <a:cubicBezTo>
                    <a:pt x="67342" y="298228"/>
                    <a:pt x="70771" y="297180"/>
                    <a:pt x="73628" y="295180"/>
                  </a:cubicBezTo>
                  <a:lnTo>
                    <a:pt x="107632" y="271367"/>
                  </a:lnTo>
                  <a:lnTo>
                    <a:pt x="124396" y="259651"/>
                  </a:lnTo>
                  <a:lnTo>
                    <a:pt x="141161" y="247936"/>
                  </a:lnTo>
                  <a:lnTo>
                    <a:pt x="154972" y="238220"/>
                  </a:lnTo>
                  <a:lnTo>
                    <a:pt x="269653" y="238220"/>
                  </a:lnTo>
                  <a:cubicBezTo>
                    <a:pt x="278892" y="238220"/>
                    <a:pt x="286417" y="230695"/>
                    <a:pt x="286417" y="221456"/>
                  </a:cubicBezTo>
                  <a:lnTo>
                    <a:pt x="286417" y="119158"/>
                  </a:lnTo>
                  <a:lnTo>
                    <a:pt x="286417" y="102394"/>
                  </a:lnTo>
                  <a:lnTo>
                    <a:pt x="286417" y="85630"/>
                  </a:lnTo>
                  <a:lnTo>
                    <a:pt x="286417" y="24003"/>
                  </a:lnTo>
                  <a:cubicBezTo>
                    <a:pt x="286512" y="14668"/>
                    <a:pt x="279082" y="7144"/>
                    <a:pt x="269748" y="7144"/>
                  </a:cubicBezTo>
                  <a:close/>
                  <a:moveTo>
                    <a:pt x="219170" y="160877"/>
                  </a:moveTo>
                  <a:cubicBezTo>
                    <a:pt x="217932" y="169164"/>
                    <a:pt x="210598" y="175165"/>
                    <a:pt x="202216" y="175165"/>
                  </a:cubicBezTo>
                  <a:lnTo>
                    <a:pt x="192405" y="175165"/>
                  </a:lnTo>
                  <a:lnTo>
                    <a:pt x="91630" y="175165"/>
                  </a:lnTo>
                  <a:cubicBezTo>
                    <a:pt x="82582" y="175165"/>
                    <a:pt x="74771" y="168116"/>
                    <a:pt x="74486" y="158972"/>
                  </a:cubicBezTo>
                  <a:cubicBezTo>
                    <a:pt x="74200" y="149447"/>
                    <a:pt x="81725" y="141732"/>
                    <a:pt x="91154" y="141732"/>
                  </a:cubicBezTo>
                  <a:lnTo>
                    <a:pt x="202597" y="141732"/>
                  </a:lnTo>
                  <a:cubicBezTo>
                    <a:pt x="209265" y="141732"/>
                    <a:pt x="215075" y="145637"/>
                    <a:pt x="217741" y="151352"/>
                  </a:cubicBezTo>
                  <a:cubicBezTo>
                    <a:pt x="219075" y="154114"/>
                    <a:pt x="219646" y="157353"/>
                    <a:pt x="219170" y="160877"/>
                  </a:cubicBezTo>
                  <a:close/>
                  <a:moveTo>
                    <a:pt x="202597" y="108204"/>
                  </a:moveTo>
                  <a:lnTo>
                    <a:pt x="91630" y="108204"/>
                  </a:lnTo>
                  <a:cubicBezTo>
                    <a:pt x="82582" y="108204"/>
                    <a:pt x="74771" y="101155"/>
                    <a:pt x="74486" y="92107"/>
                  </a:cubicBezTo>
                  <a:cubicBezTo>
                    <a:pt x="74200" y="82582"/>
                    <a:pt x="81725" y="74771"/>
                    <a:pt x="91154" y="74771"/>
                  </a:cubicBezTo>
                  <a:lnTo>
                    <a:pt x="202597" y="74771"/>
                  </a:lnTo>
                  <a:cubicBezTo>
                    <a:pt x="211836" y="74771"/>
                    <a:pt x="219361" y="82296"/>
                    <a:pt x="219361" y="91535"/>
                  </a:cubicBezTo>
                  <a:cubicBezTo>
                    <a:pt x="219266" y="100774"/>
                    <a:pt x="211836" y="108204"/>
                    <a:pt x="202597" y="108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F84487F-FF1E-4E1B-A39B-4CBBEDDE25AD}"/>
              </a:ext>
            </a:extLst>
          </p:cNvPr>
          <p:cNvSpPr txBox="1"/>
          <p:nvPr/>
        </p:nvSpPr>
        <p:spPr>
          <a:xfrm>
            <a:off x="2006598" y="1132872"/>
            <a:ext cx="8178802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latin typeface="Times New Roman"/>
                <a:cs typeface="Times New Roman"/>
              </a:rPr>
              <a:t>PROBLEMAS ESCOLHIDOS</a:t>
            </a:r>
            <a:endParaRPr lang="pt-BR" altLang="ko-KR" dirty="0"/>
          </a:p>
        </p:txBody>
      </p:sp>
      <p:sp>
        <p:nvSpPr>
          <p:cNvPr id="2" name="직사각형 16">
            <a:extLst>
              <a:ext uri="{FF2B5EF4-FFF2-40B4-BE49-F238E27FC236}">
                <a16:creationId xmlns:a16="http://schemas.microsoft.com/office/drawing/2014/main" id="{FB903626-67D6-412F-B26B-98D15540E6BF}"/>
              </a:ext>
            </a:extLst>
          </p:cNvPr>
          <p:cNvSpPr/>
          <p:nvPr/>
        </p:nvSpPr>
        <p:spPr>
          <a:xfrm>
            <a:off x="3052040" y="3374952"/>
            <a:ext cx="56510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Aumento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de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congestionamento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emissões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.</a:t>
            </a:r>
          </a:p>
          <a:p>
            <a:pPr algn="ctr"/>
            <a:endParaRPr lang="en-US" altLang="ko-KR" sz="2000" dirty="0">
              <a:latin typeface="Times New Roman"/>
              <a:cs typeface="Poppins SemiBold"/>
            </a:endParaRPr>
          </a:p>
        </p:txBody>
      </p:sp>
      <p:sp>
        <p:nvSpPr>
          <p:cNvPr id="3" name="직사각형 26">
            <a:extLst>
              <a:ext uri="{FF2B5EF4-FFF2-40B4-BE49-F238E27FC236}">
                <a16:creationId xmlns:a16="http://schemas.microsoft.com/office/drawing/2014/main" id="{6F7751C1-F709-4CC5-A393-0FD55F20A8D9}"/>
              </a:ext>
            </a:extLst>
          </p:cNvPr>
          <p:cNvSpPr/>
          <p:nvPr/>
        </p:nvSpPr>
        <p:spPr>
          <a:xfrm>
            <a:off x="2843851" y="2338632"/>
            <a:ext cx="56612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Falta de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informação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em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tempo real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sobre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vagas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.</a:t>
            </a:r>
            <a:endParaRPr lang="pt-BR" sz="2000" dirty="0">
              <a:solidFill>
                <a:schemeClr val="bg1"/>
              </a:solidFill>
              <a:latin typeface="Times New Roman"/>
              <a:ea typeface="Arial Unicode MS"/>
              <a:cs typeface="Poppins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D5EA50-B7A8-99C8-BAD7-CA68130F5925}"/>
              </a:ext>
            </a:extLst>
          </p:cNvPr>
          <p:cNvSpPr txBox="1"/>
          <p:nvPr/>
        </p:nvSpPr>
        <p:spPr>
          <a:xfrm>
            <a:off x="3048000" y="4536440"/>
            <a:ext cx="5659120" cy="98488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Gestão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atual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depende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baseline="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de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fiscalização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manual.</a:t>
            </a:r>
            <a:endParaRPr lang="pt-BR" dirty="0">
              <a:solidFill>
                <a:schemeClr val="bg1"/>
              </a:solidFill>
              <a:cs typeface="Poppins Light"/>
            </a:endParaRPr>
          </a:p>
          <a:p>
            <a:pPr marL="228600" lvl="0" indent="-228600">
              <a:buFont typeface="Arial"/>
              <a:buChar char="•"/>
            </a:pPr>
            <a:endParaRPr lang="en-US" sz="2000" dirty="0">
              <a:latin typeface="Calibri"/>
              <a:ea typeface="Arial"/>
              <a:cs typeface="Arial"/>
            </a:endParaRP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865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DDF23117-6715-477B-88DD-D3AA7310D1BE}"/>
              </a:ext>
            </a:extLst>
          </p:cNvPr>
          <p:cNvSpPr txBox="1"/>
          <p:nvPr/>
        </p:nvSpPr>
        <p:spPr>
          <a:xfrm>
            <a:off x="2998843" y="970780"/>
            <a:ext cx="6194314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sz="2800" dirty="0">
                <a:latin typeface="Times New Roman"/>
                <a:cs typeface="Arial"/>
              </a:rPr>
              <a:t>JUSTIFICATIVA</a:t>
            </a:r>
            <a:endParaRPr lang="en-US" altLang="ko-KR" sz="2800" dirty="0">
              <a:latin typeface="Times New Roman"/>
            </a:endParaRPr>
          </a:p>
        </p:txBody>
      </p:sp>
      <p:sp>
        <p:nvSpPr>
          <p:cNvPr id="2" name="직사각형 42">
            <a:extLst>
              <a:ext uri="{FF2B5EF4-FFF2-40B4-BE49-F238E27FC236}">
                <a16:creationId xmlns:a16="http://schemas.microsoft.com/office/drawing/2014/main" id="{74E711CA-73F9-47A1-972D-3F95F51B5791}"/>
              </a:ext>
            </a:extLst>
          </p:cNvPr>
          <p:cNvSpPr/>
          <p:nvPr/>
        </p:nvSpPr>
        <p:spPr>
          <a:xfrm>
            <a:off x="3785751" y="2401747"/>
            <a:ext cx="5498092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SP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precisa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avançar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como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Smart City.</a:t>
            </a: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Sensoriamento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físico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otimiza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mobilidade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pt-BR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Arial,Sans-Serif"/>
              <a:buChar char="•"/>
            </a:pP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>
              <a:spcBef>
                <a:spcPct val="20000"/>
              </a:spcBef>
            </a:pP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Melhora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a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eficiência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reduz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impactos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ambientais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marL="342900" indent="-342900">
              <a:buFont typeface="Arial,Sans-Serif"/>
              <a:buChar char="•"/>
            </a:pP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6" name="직사각형 18">
            <a:extLst>
              <a:ext uri="{FF2B5EF4-FFF2-40B4-BE49-F238E27FC236}">
                <a16:creationId xmlns:a16="http://schemas.microsoft.com/office/drawing/2014/main" id="{BAF31DE5-888D-482A-85EB-880C72A10FDC}"/>
              </a:ext>
            </a:extLst>
          </p:cNvPr>
          <p:cNvSpPr/>
          <p:nvPr/>
        </p:nvSpPr>
        <p:spPr>
          <a:xfrm>
            <a:off x="3300826" y="2406213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01.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직사각형 35">
            <a:extLst>
              <a:ext uri="{FF2B5EF4-FFF2-40B4-BE49-F238E27FC236}">
                <a16:creationId xmlns:a16="http://schemas.microsoft.com/office/drawing/2014/main" id="{B96AB720-5EDC-62E5-821A-8E2933E38EB2}"/>
              </a:ext>
            </a:extLst>
          </p:cNvPr>
          <p:cNvSpPr/>
          <p:nvPr/>
        </p:nvSpPr>
        <p:spPr>
          <a:xfrm>
            <a:off x="3295400" y="303726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02.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직사각형 38">
            <a:extLst>
              <a:ext uri="{FF2B5EF4-FFF2-40B4-BE49-F238E27FC236}">
                <a16:creationId xmlns:a16="http://schemas.microsoft.com/office/drawing/2014/main" id="{2FE15E48-D8FE-16C5-E084-8BFCAC270A48}"/>
              </a:ext>
            </a:extLst>
          </p:cNvPr>
          <p:cNvSpPr/>
          <p:nvPr/>
        </p:nvSpPr>
        <p:spPr>
          <a:xfrm>
            <a:off x="3290666" y="370372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03.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231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C8E5CA-6044-4552-8D45-413F8F58313D}"/>
              </a:ext>
            </a:extLst>
          </p:cNvPr>
          <p:cNvSpPr txBox="1"/>
          <p:nvPr/>
        </p:nvSpPr>
        <p:spPr>
          <a:xfrm>
            <a:off x="1198296" y="1593257"/>
            <a:ext cx="5282715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sz="2800" dirty="0">
                <a:latin typeface="Times New Roman"/>
                <a:cs typeface="Arial"/>
              </a:rPr>
              <a:t>OBJETIVOS</a:t>
            </a:r>
            <a:endParaRPr lang="en-US" altLang="ko-KR" sz="2800" dirty="0">
              <a:latin typeface="Times New Roman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F261F6-6427-4641-BFE9-DE76EEE225E7}"/>
              </a:ext>
            </a:extLst>
          </p:cNvPr>
          <p:cNvGrpSpPr/>
          <p:nvPr/>
        </p:nvGrpSpPr>
        <p:grpSpPr>
          <a:xfrm>
            <a:off x="911677" y="5146708"/>
            <a:ext cx="578306" cy="578304"/>
            <a:chOff x="3448898" y="892918"/>
            <a:chExt cx="390525" cy="390525"/>
          </a:xfrm>
          <a:solidFill>
            <a:schemeClr val="bg1"/>
          </a:solidFill>
        </p:grpSpPr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D3A54A53-5A59-45DE-A230-4BEC492F44FD}"/>
                </a:ext>
              </a:extLst>
            </p:cNvPr>
            <p:cNvSpPr/>
            <p:nvPr/>
          </p:nvSpPr>
          <p:spPr>
            <a:xfrm>
              <a:off x="3448898" y="892918"/>
              <a:ext cx="390525" cy="390525"/>
            </a:xfrm>
            <a:custGeom>
              <a:avLst/>
              <a:gdLst>
                <a:gd name="connsiteX0" fmla="*/ 352806 w 390525"/>
                <a:gd name="connsiteY0" fmla="*/ 51581 h 390525"/>
                <a:gd name="connsiteX1" fmla="*/ 341662 w 390525"/>
                <a:gd name="connsiteY1" fmla="*/ 51581 h 390525"/>
                <a:gd name="connsiteX2" fmla="*/ 341662 w 390525"/>
                <a:gd name="connsiteY2" fmla="*/ 41008 h 390525"/>
                <a:gd name="connsiteX3" fmla="*/ 310229 w 390525"/>
                <a:gd name="connsiteY3" fmla="*/ 7194 h 390525"/>
                <a:gd name="connsiteX4" fmla="*/ 275082 w 390525"/>
                <a:gd name="connsiteY4" fmla="*/ 40437 h 390525"/>
                <a:gd name="connsiteX5" fmla="*/ 275082 w 390525"/>
                <a:gd name="connsiteY5" fmla="*/ 51581 h 390525"/>
                <a:gd name="connsiteX6" fmla="*/ 230696 w 390525"/>
                <a:gd name="connsiteY6" fmla="*/ 51581 h 390525"/>
                <a:gd name="connsiteX7" fmla="*/ 230696 w 390525"/>
                <a:gd name="connsiteY7" fmla="*/ 41008 h 390525"/>
                <a:gd name="connsiteX8" fmla="*/ 199263 w 390525"/>
                <a:gd name="connsiteY8" fmla="*/ 7194 h 390525"/>
                <a:gd name="connsiteX9" fmla="*/ 164116 w 390525"/>
                <a:gd name="connsiteY9" fmla="*/ 40437 h 390525"/>
                <a:gd name="connsiteX10" fmla="*/ 164116 w 390525"/>
                <a:gd name="connsiteY10" fmla="*/ 51581 h 390525"/>
                <a:gd name="connsiteX11" fmla="*/ 118205 w 390525"/>
                <a:gd name="connsiteY11" fmla="*/ 51581 h 390525"/>
                <a:gd name="connsiteX12" fmla="*/ 118205 w 390525"/>
                <a:gd name="connsiteY12" fmla="*/ 41008 h 390525"/>
                <a:gd name="connsiteX13" fmla="*/ 86773 w 390525"/>
                <a:gd name="connsiteY13" fmla="*/ 7194 h 390525"/>
                <a:gd name="connsiteX14" fmla="*/ 51626 w 390525"/>
                <a:gd name="connsiteY14" fmla="*/ 40437 h 390525"/>
                <a:gd name="connsiteX15" fmla="*/ 51626 w 390525"/>
                <a:gd name="connsiteY15" fmla="*/ 51581 h 390525"/>
                <a:gd name="connsiteX16" fmla="*/ 40481 w 390525"/>
                <a:gd name="connsiteY16" fmla="*/ 51581 h 390525"/>
                <a:gd name="connsiteX17" fmla="*/ 7144 w 390525"/>
                <a:gd name="connsiteY17" fmla="*/ 84918 h 390525"/>
                <a:gd name="connsiteX18" fmla="*/ 7144 w 390525"/>
                <a:gd name="connsiteY18" fmla="*/ 352857 h 390525"/>
                <a:gd name="connsiteX19" fmla="*/ 40481 w 390525"/>
                <a:gd name="connsiteY19" fmla="*/ 386194 h 390525"/>
                <a:gd name="connsiteX20" fmla="*/ 352806 w 390525"/>
                <a:gd name="connsiteY20" fmla="*/ 386194 h 390525"/>
                <a:gd name="connsiteX21" fmla="*/ 386144 w 390525"/>
                <a:gd name="connsiteY21" fmla="*/ 352857 h 390525"/>
                <a:gd name="connsiteX22" fmla="*/ 386144 w 390525"/>
                <a:gd name="connsiteY22" fmla="*/ 84918 h 390525"/>
                <a:gd name="connsiteX23" fmla="*/ 352806 w 390525"/>
                <a:gd name="connsiteY23" fmla="*/ 51581 h 390525"/>
                <a:gd name="connsiteX24" fmla="*/ 297371 w 390525"/>
                <a:gd name="connsiteY24" fmla="*/ 40627 h 390525"/>
                <a:gd name="connsiteX25" fmla="*/ 309753 w 390525"/>
                <a:gd name="connsiteY25" fmla="*/ 29578 h 390525"/>
                <a:gd name="connsiteX26" fmla="*/ 319564 w 390525"/>
                <a:gd name="connsiteY26" fmla="*/ 40913 h 390525"/>
                <a:gd name="connsiteX27" fmla="*/ 319564 w 390525"/>
                <a:gd name="connsiteY27" fmla="*/ 84728 h 390525"/>
                <a:gd name="connsiteX28" fmla="*/ 309753 w 390525"/>
                <a:gd name="connsiteY28" fmla="*/ 96063 h 390525"/>
                <a:gd name="connsiteX29" fmla="*/ 297371 w 390525"/>
                <a:gd name="connsiteY29" fmla="*/ 85014 h 390525"/>
                <a:gd name="connsiteX30" fmla="*/ 297371 w 390525"/>
                <a:gd name="connsiteY30" fmla="*/ 40627 h 390525"/>
                <a:gd name="connsiteX31" fmla="*/ 186309 w 390525"/>
                <a:gd name="connsiteY31" fmla="*/ 40627 h 390525"/>
                <a:gd name="connsiteX32" fmla="*/ 198691 w 390525"/>
                <a:gd name="connsiteY32" fmla="*/ 29578 h 390525"/>
                <a:gd name="connsiteX33" fmla="*/ 208502 w 390525"/>
                <a:gd name="connsiteY33" fmla="*/ 40913 h 390525"/>
                <a:gd name="connsiteX34" fmla="*/ 208502 w 390525"/>
                <a:gd name="connsiteY34" fmla="*/ 84728 h 390525"/>
                <a:gd name="connsiteX35" fmla="*/ 198691 w 390525"/>
                <a:gd name="connsiteY35" fmla="*/ 96063 h 390525"/>
                <a:gd name="connsiteX36" fmla="*/ 186309 w 390525"/>
                <a:gd name="connsiteY36" fmla="*/ 85014 h 390525"/>
                <a:gd name="connsiteX37" fmla="*/ 186309 w 390525"/>
                <a:gd name="connsiteY37" fmla="*/ 40627 h 390525"/>
                <a:gd name="connsiteX38" fmla="*/ 73819 w 390525"/>
                <a:gd name="connsiteY38" fmla="*/ 40627 h 390525"/>
                <a:gd name="connsiteX39" fmla="*/ 86201 w 390525"/>
                <a:gd name="connsiteY39" fmla="*/ 29578 h 390525"/>
                <a:gd name="connsiteX40" fmla="*/ 96012 w 390525"/>
                <a:gd name="connsiteY40" fmla="*/ 40913 h 390525"/>
                <a:gd name="connsiteX41" fmla="*/ 96012 w 390525"/>
                <a:gd name="connsiteY41" fmla="*/ 84728 h 390525"/>
                <a:gd name="connsiteX42" fmla="*/ 86201 w 390525"/>
                <a:gd name="connsiteY42" fmla="*/ 96063 h 390525"/>
                <a:gd name="connsiteX43" fmla="*/ 73819 w 390525"/>
                <a:gd name="connsiteY43" fmla="*/ 85014 h 390525"/>
                <a:gd name="connsiteX44" fmla="*/ 73819 w 390525"/>
                <a:gd name="connsiteY44" fmla="*/ 40627 h 390525"/>
                <a:gd name="connsiteX45" fmla="*/ 352806 w 390525"/>
                <a:gd name="connsiteY45" fmla="*/ 363906 h 390525"/>
                <a:gd name="connsiteX46" fmla="*/ 40481 w 390525"/>
                <a:gd name="connsiteY46" fmla="*/ 363906 h 390525"/>
                <a:gd name="connsiteX47" fmla="*/ 29337 w 390525"/>
                <a:gd name="connsiteY47" fmla="*/ 352761 h 390525"/>
                <a:gd name="connsiteX48" fmla="*/ 29337 w 390525"/>
                <a:gd name="connsiteY48" fmla="*/ 164071 h 390525"/>
                <a:gd name="connsiteX49" fmla="*/ 363855 w 390525"/>
                <a:gd name="connsiteY49" fmla="*/ 164071 h 390525"/>
                <a:gd name="connsiteX50" fmla="*/ 363855 w 390525"/>
                <a:gd name="connsiteY50" fmla="*/ 352761 h 390525"/>
                <a:gd name="connsiteX51" fmla="*/ 352806 w 390525"/>
                <a:gd name="connsiteY51" fmla="*/ 363906 h 390525"/>
                <a:gd name="connsiteX52" fmla="*/ 363950 w 390525"/>
                <a:gd name="connsiteY52" fmla="*/ 141878 h 390525"/>
                <a:gd name="connsiteX53" fmla="*/ 29432 w 390525"/>
                <a:gd name="connsiteY53" fmla="*/ 141878 h 390525"/>
                <a:gd name="connsiteX54" fmla="*/ 29432 w 390525"/>
                <a:gd name="connsiteY54" fmla="*/ 84918 h 390525"/>
                <a:gd name="connsiteX55" fmla="*/ 40577 w 390525"/>
                <a:gd name="connsiteY55" fmla="*/ 73774 h 390525"/>
                <a:gd name="connsiteX56" fmla="*/ 51721 w 390525"/>
                <a:gd name="connsiteY56" fmla="*/ 73774 h 390525"/>
                <a:gd name="connsiteX57" fmla="*/ 51721 w 390525"/>
                <a:gd name="connsiteY57" fmla="*/ 84347 h 390525"/>
                <a:gd name="connsiteX58" fmla="*/ 83153 w 390525"/>
                <a:gd name="connsiteY58" fmla="*/ 118161 h 390525"/>
                <a:gd name="connsiteX59" fmla="*/ 118301 w 390525"/>
                <a:gd name="connsiteY59" fmla="*/ 84918 h 390525"/>
                <a:gd name="connsiteX60" fmla="*/ 118301 w 390525"/>
                <a:gd name="connsiteY60" fmla="*/ 73774 h 390525"/>
                <a:gd name="connsiteX61" fmla="*/ 164211 w 390525"/>
                <a:gd name="connsiteY61" fmla="*/ 73774 h 390525"/>
                <a:gd name="connsiteX62" fmla="*/ 164211 w 390525"/>
                <a:gd name="connsiteY62" fmla="*/ 84347 h 390525"/>
                <a:gd name="connsiteX63" fmla="*/ 195644 w 390525"/>
                <a:gd name="connsiteY63" fmla="*/ 118161 h 390525"/>
                <a:gd name="connsiteX64" fmla="*/ 230791 w 390525"/>
                <a:gd name="connsiteY64" fmla="*/ 84918 h 390525"/>
                <a:gd name="connsiteX65" fmla="*/ 230791 w 390525"/>
                <a:gd name="connsiteY65" fmla="*/ 73774 h 390525"/>
                <a:gd name="connsiteX66" fmla="*/ 275177 w 390525"/>
                <a:gd name="connsiteY66" fmla="*/ 73774 h 390525"/>
                <a:gd name="connsiteX67" fmla="*/ 275177 w 390525"/>
                <a:gd name="connsiteY67" fmla="*/ 84347 h 390525"/>
                <a:gd name="connsiteX68" fmla="*/ 306610 w 390525"/>
                <a:gd name="connsiteY68" fmla="*/ 118161 h 390525"/>
                <a:gd name="connsiteX69" fmla="*/ 341757 w 390525"/>
                <a:gd name="connsiteY69" fmla="*/ 84918 h 390525"/>
                <a:gd name="connsiteX70" fmla="*/ 341757 w 390525"/>
                <a:gd name="connsiteY70" fmla="*/ 73774 h 390525"/>
                <a:gd name="connsiteX71" fmla="*/ 352901 w 390525"/>
                <a:gd name="connsiteY71" fmla="*/ 73774 h 390525"/>
                <a:gd name="connsiteX72" fmla="*/ 364046 w 390525"/>
                <a:gd name="connsiteY72" fmla="*/ 84918 h 390525"/>
                <a:gd name="connsiteX73" fmla="*/ 364046 w 390525"/>
                <a:gd name="connsiteY73" fmla="*/ 14187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390525" h="390525">
                  <a:moveTo>
                    <a:pt x="352806" y="51581"/>
                  </a:moveTo>
                  <a:lnTo>
                    <a:pt x="341662" y="51581"/>
                  </a:lnTo>
                  <a:lnTo>
                    <a:pt x="341662" y="41008"/>
                  </a:lnTo>
                  <a:cubicBezTo>
                    <a:pt x="341662" y="23673"/>
                    <a:pt x="327565" y="8147"/>
                    <a:pt x="310229" y="7194"/>
                  </a:cubicBezTo>
                  <a:cubicBezTo>
                    <a:pt x="290989" y="6147"/>
                    <a:pt x="275082" y="21482"/>
                    <a:pt x="275082" y="40437"/>
                  </a:cubicBezTo>
                  <a:lnTo>
                    <a:pt x="275082" y="51581"/>
                  </a:lnTo>
                  <a:lnTo>
                    <a:pt x="230696" y="51581"/>
                  </a:lnTo>
                  <a:lnTo>
                    <a:pt x="230696" y="41008"/>
                  </a:lnTo>
                  <a:cubicBezTo>
                    <a:pt x="230696" y="23673"/>
                    <a:pt x="216598" y="8147"/>
                    <a:pt x="199263" y="7194"/>
                  </a:cubicBezTo>
                  <a:cubicBezTo>
                    <a:pt x="180022" y="6147"/>
                    <a:pt x="164116" y="21482"/>
                    <a:pt x="164116" y="40437"/>
                  </a:cubicBezTo>
                  <a:lnTo>
                    <a:pt x="164116" y="51581"/>
                  </a:lnTo>
                  <a:lnTo>
                    <a:pt x="118205" y="51581"/>
                  </a:lnTo>
                  <a:lnTo>
                    <a:pt x="118205" y="41008"/>
                  </a:lnTo>
                  <a:cubicBezTo>
                    <a:pt x="118205" y="23673"/>
                    <a:pt x="104108" y="8147"/>
                    <a:pt x="86773" y="7194"/>
                  </a:cubicBezTo>
                  <a:cubicBezTo>
                    <a:pt x="67532" y="6147"/>
                    <a:pt x="51626" y="21482"/>
                    <a:pt x="51626" y="40437"/>
                  </a:cubicBezTo>
                  <a:lnTo>
                    <a:pt x="51626" y="51581"/>
                  </a:lnTo>
                  <a:lnTo>
                    <a:pt x="40481" y="51581"/>
                  </a:lnTo>
                  <a:cubicBezTo>
                    <a:pt x="22098" y="51581"/>
                    <a:pt x="7144" y="66535"/>
                    <a:pt x="7144" y="84918"/>
                  </a:cubicBezTo>
                  <a:lnTo>
                    <a:pt x="7144" y="352857"/>
                  </a:lnTo>
                  <a:cubicBezTo>
                    <a:pt x="7144" y="371240"/>
                    <a:pt x="22098" y="386194"/>
                    <a:pt x="40481" y="386194"/>
                  </a:cubicBezTo>
                  <a:lnTo>
                    <a:pt x="352806" y="386194"/>
                  </a:lnTo>
                  <a:cubicBezTo>
                    <a:pt x="371189" y="386194"/>
                    <a:pt x="386144" y="371240"/>
                    <a:pt x="386144" y="352857"/>
                  </a:cubicBezTo>
                  <a:lnTo>
                    <a:pt x="386144" y="84918"/>
                  </a:lnTo>
                  <a:cubicBezTo>
                    <a:pt x="386144" y="66535"/>
                    <a:pt x="371285" y="51581"/>
                    <a:pt x="352806" y="51581"/>
                  </a:cubicBezTo>
                  <a:close/>
                  <a:moveTo>
                    <a:pt x="297371" y="40627"/>
                  </a:moveTo>
                  <a:cubicBezTo>
                    <a:pt x="297371" y="34055"/>
                    <a:pt x="303086" y="28816"/>
                    <a:pt x="309753" y="29578"/>
                  </a:cubicBezTo>
                  <a:cubicBezTo>
                    <a:pt x="315373" y="30245"/>
                    <a:pt x="319564" y="35198"/>
                    <a:pt x="319564" y="40913"/>
                  </a:cubicBezTo>
                  <a:lnTo>
                    <a:pt x="319564" y="84728"/>
                  </a:lnTo>
                  <a:cubicBezTo>
                    <a:pt x="319564" y="90443"/>
                    <a:pt x="315373" y="95396"/>
                    <a:pt x="309753" y="96063"/>
                  </a:cubicBezTo>
                  <a:cubicBezTo>
                    <a:pt x="303086" y="96825"/>
                    <a:pt x="297371" y="91586"/>
                    <a:pt x="297371" y="85014"/>
                  </a:cubicBezTo>
                  <a:lnTo>
                    <a:pt x="297371" y="40627"/>
                  </a:lnTo>
                  <a:close/>
                  <a:moveTo>
                    <a:pt x="186309" y="40627"/>
                  </a:moveTo>
                  <a:cubicBezTo>
                    <a:pt x="186309" y="34055"/>
                    <a:pt x="192024" y="28816"/>
                    <a:pt x="198691" y="29578"/>
                  </a:cubicBezTo>
                  <a:cubicBezTo>
                    <a:pt x="204311" y="30245"/>
                    <a:pt x="208502" y="35198"/>
                    <a:pt x="208502" y="40913"/>
                  </a:cubicBezTo>
                  <a:lnTo>
                    <a:pt x="208502" y="84728"/>
                  </a:lnTo>
                  <a:cubicBezTo>
                    <a:pt x="208502" y="90443"/>
                    <a:pt x="204311" y="95396"/>
                    <a:pt x="198691" y="96063"/>
                  </a:cubicBezTo>
                  <a:cubicBezTo>
                    <a:pt x="192024" y="96825"/>
                    <a:pt x="186309" y="91586"/>
                    <a:pt x="186309" y="85014"/>
                  </a:cubicBezTo>
                  <a:lnTo>
                    <a:pt x="186309" y="40627"/>
                  </a:lnTo>
                  <a:close/>
                  <a:moveTo>
                    <a:pt x="73819" y="40627"/>
                  </a:moveTo>
                  <a:cubicBezTo>
                    <a:pt x="73819" y="34055"/>
                    <a:pt x="79534" y="28816"/>
                    <a:pt x="86201" y="29578"/>
                  </a:cubicBezTo>
                  <a:cubicBezTo>
                    <a:pt x="91821" y="30245"/>
                    <a:pt x="96012" y="35198"/>
                    <a:pt x="96012" y="40913"/>
                  </a:cubicBezTo>
                  <a:lnTo>
                    <a:pt x="96012" y="84728"/>
                  </a:lnTo>
                  <a:cubicBezTo>
                    <a:pt x="96012" y="90443"/>
                    <a:pt x="91821" y="95396"/>
                    <a:pt x="86201" y="96063"/>
                  </a:cubicBezTo>
                  <a:cubicBezTo>
                    <a:pt x="79534" y="96825"/>
                    <a:pt x="73819" y="91586"/>
                    <a:pt x="73819" y="85014"/>
                  </a:cubicBezTo>
                  <a:lnTo>
                    <a:pt x="73819" y="40627"/>
                  </a:lnTo>
                  <a:close/>
                  <a:moveTo>
                    <a:pt x="352806" y="363906"/>
                  </a:moveTo>
                  <a:lnTo>
                    <a:pt x="40481" y="363906"/>
                  </a:lnTo>
                  <a:cubicBezTo>
                    <a:pt x="34385" y="363906"/>
                    <a:pt x="29337" y="358953"/>
                    <a:pt x="29337" y="352761"/>
                  </a:cubicBezTo>
                  <a:lnTo>
                    <a:pt x="29337" y="164071"/>
                  </a:lnTo>
                  <a:lnTo>
                    <a:pt x="363855" y="164071"/>
                  </a:lnTo>
                  <a:lnTo>
                    <a:pt x="363855" y="352761"/>
                  </a:lnTo>
                  <a:cubicBezTo>
                    <a:pt x="363950" y="358953"/>
                    <a:pt x="358997" y="363906"/>
                    <a:pt x="352806" y="363906"/>
                  </a:cubicBezTo>
                  <a:close/>
                  <a:moveTo>
                    <a:pt x="363950" y="141878"/>
                  </a:moveTo>
                  <a:lnTo>
                    <a:pt x="29432" y="141878"/>
                  </a:lnTo>
                  <a:lnTo>
                    <a:pt x="29432" y="84918"/>
                  </a:lnTo>
                  <a:cubicBezTo>
                    <a:pt x="29432" y="78822"/>
                    <a:pt x="34385" y="73774"/>
                    <a:pt x="40577" y="73774"/>
                  </a:cubicBezTo>
                  <a:lnTo>
                    <a:pt x="51721" y="73774"/>
                  </a:lnTo>
                  <a:lnTo>
                    <a:pt x="51721" y="84347"/>
                  </a:lnTo>
                  <a:cubicBezTo>
                    <a:pt x="51721" y="101682"/>
                    <a:pt x="65818" y="117208"/>
                    <a:pt x="83153" y="118161"/>
                  </a:cubicBezTo>
                  <a:cubicBezTo>
                    <a:pt x="102394" y="119208"/>
                    <a:pt x="118301" y="103873"/>
                    <a:pt x="118301" y="84918"/>
                  </a:cubicBezTo>
                  <a:lnTo>
                    <a:pt x="118301" y="73774"/>
                  </a:lnTo>
                  <a:lnTo>
                    <a:pt x="164211" y="73774"/>
                  </a:lnTo>
                  <a:lnTo>
                    <a:pt x="164211" y="84347"/>
                  </a:lnTo>
                  <a:cubicBezTo>
                    <a:pt x="164211" y="101682"/>
                    <a:pt x="178308" y="117208"/>
                    <a:pt x="195644" y="118161"/>
                  </a:cubicBezTo>
                  <a:cubicBezTo>
                    <a:pt x="214884" y="119208"/>
                    <a:pt x="230791" y="103873"/>
                    <a:pt x="230791" y="84918"/>
                  </a:cubicBezTo>
                  <a:lnTo>
                    <a:pt x="230791" y="73774"/>
                  </a:lnTo>
                  <a:lnTo>
                    <a:pt x="275177" y="73774"/>
                  </a:lnTo>
                  <a:lnTo>
                    <a:pt x="275177" y="84347"/>
                  </a:lnTo>
                  <a:cubicBezTo>
                    <a:pt x="275177" y="101682"/>
                    <a:pt x="289274" y="117208"/>
                    <a:pt x="306610" y="118161"/>
                  </a:cubicBezTo>
                  <a:cubicBezTo>
                    <a:pt x="325850" y="119208"/>
                    <a:pt x="341757" y="103873"/>
                    <a:pt x="341757" y="84918"/>
                  </a:cubicBezTo>
                  <a:lnTo>
                    <a:pt x="341757" y="73774"/>
                  </a:lnTo>
                  <a:lnTo>
                    <a:pt x="352901" y="73774"/>
                  </a:lnTo>
                  <a:cubicBezTo>
                    <a:pt x="358997" y="73774"/>
                    <a:pt x="364046" y="78727"/>
                    <a:pt x="364046" y="84918"/>
                  </a:cubicBezTo>
                  <a:lnTo>
                    <a:pt x="364046" y="1418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583252AA-8714-48BD-9459-32990F86F79F}"/>
                </a:ext>
              </a:extLst>
            </p:cNvPr>
            <p:cNvSpPr/>
            <p:nvPr/>
          </p:nvSpPr>
          <p:spPr>
            <a:xfrm>
              <a:off x="3493285" y="1072038"/>
              <a:ext cx="295275" cy="161925"/>
            </a:xfrm>
            <a:custGeom>
              <a:avLst/>
              <a:gdLst>
                <a:gd name="connsiteX0" fmla="*/ 286226 w 295275"/>
                <a:gd name="connsiteY0" fmla="*/ 7144 h 161925"/>
                <a:gd name="connsiteX1" fmla="*/ 18288 w 295275"/>
                <a:gd name="connsiteY1" fmla="*/ 7144 h 161925"/>
                <a:gd name="connsiteX2" fmla="*/ 7144 w 295275"/>
                <a:gd name="connsiteY2" fmla="*/ 18288 h 161925"/>
                <a:gd name="connsiteX3" fmla="*/ 7144 w 295275"/>
                <a:gd name="connsiteY3" fmla="*/ 151543 h 161925"/>
                <a:gd name="connsiteX4" fmla="*/ 18288 w 295275"/>
                <a:gd name="connsiteY4" fmla="*/ 162687 h 161925"/>
                <a:gd name="connsiteX5" fmla="*/ 286226 w 295275"/>
                <a:gd name="connsiteY5" fmla="*/ 162687 h 161925"/>
                <a:gd name="connsiteX6" fmla="*/ 297371 w 295275"/>
                <a:gd name="connsiteY6" fmla="*/ 151543 h 161925"/>
                <a:gd name="connsiteX7" fmla="*/ 297371 w 295275"/>
                <a:gd name="connsiteY7" fmla="*/ 18288 h 161925"/>
                <a:gd name="connsiteX8" fmla="*/ 286226 w 295275"/>
                <a:gd name="connsiteY8" fmla="*/ 7144 h 161925"/>
                <a:gd name="connsiteX9" fmla="*/ 73819 w 295275"/>
                <a:gd name="connsiteY9" fmla="*/ 140399 h 161925"/>
                <a:gd name="connsiteX10" fmla="*/ 29432 w 295275"/>
                <a:gd name="connsiteY10" fmla="*/ 140399 h 161925"/>
                <a:gd name="connsiteX11" fmla="*/ 29432 w 295275"/>
                <a:gd name="connsiteY11" fmla="*/ 96012 h 161925"/>
                <a:gd name="connsiteX12" fmla="*/ 73819 w 295275"/>
                <a:gd name="connsiteY12" fmla="*/ 96012 h 161925"/>
                <a:gd name="connsiteX13" fmla="*/ 73819 w 295275"/>
                <a:gd name="connsiteY13" fmla="*/ 140399 h 161925"/>
                <a:gd name="connsiteX14" fmla="*/ 73819 w 295275"/>
                <a:gd name="connsiteY14" fmla="*/ 73819 h 161925"/>
                <a:gd name="connsiteX15" fmla="*/ 29432 w 295275"/>
                <a:gd name="connsiteY15" fmla="*/ 73819 h 161925"/>
                <a:gd name="connsiteX16" fmla="*/ 29432 w 295275"/>
                <a:gd name="connsiteY16" fmla="*/ 29432 h 161925"/>
                <a:gd name="connsiteX17" fmla="*/ 73819 w 295275"/>
                <a:gd name="connsiteY17" fmla="*/ 29432 h 161925"/>
                <a:gd name="connsiteX18" fmla="*/ 73819 w 295275"/>
                <a:gd name="connsiteY18" fmla="*/ 73819 h 161925"/>
                <a:gd name="connsiteX19" fmla="*/ 141922 w 295275"/>
                <a:gd name="connsiteY19" fmla="*/ 140399 h 161925"/>
                <a:gd name="connsiteX20" fmla="*/ 96012 w 295275"/>
                <a:gd name="connsiteY20" fmla="*/ 140399 h 161925"/>
                <a:gd name="connsiteX21" fmla="*/ 96012 w 295275"/>
                <a:gd name="connsiteY21" fmla="*/ 96012 h 161925"/>
                <a:gd name="connsiteX22" fmla="*/ 141922 w 295275"/>
                <a:gd name="connsiteY22" fmla="*/ 96012 h 161925"/>
                <a:gd name="connsiteX23" fmla="*/ 141922 w 295275"/>
                <a:gd name="connsiteY23" fmla="*/ 140399 h 161925"/>
                <a:gd name="connsiteX24" fmla="*/ 141922 w 295275"/>
                <a:gd name="connsiteY24" fmla="*/ 73819 h 161925"/>
                <a:gd name="connsiteX25" fmla="*/ 96012 w 295275"/>
                <a:gd name="connsiteY25" fmla="*/ 73819 h 161925"/>
                <a:gd name="connsiteX26" fmla="*/ 96012 w 295275"/>
                <a:gd name="connsiteY26" fmla="*/ 29432 h 161925"/>
                <a:gd name="connsiteX27" fmla="*/ 141922 w 295275"/>
                <a:gd name="connsiteY27" fmla="*/ 29432 h 161925"/>
                <a:gd name="connsiteX28" fmla="*/ 141922 w 295275"/>
                <a:gd name="connsiteY28" fmla="*/ 73819 h 161925"/>
                <a:gd name="connsiteX29" fmla="*/ 208502 w 295275"/>
                <a:gd name="connsiteY29" fmla="*/ 140399 h 161925"/>
                <a:gd name="connsiteX30" fmla="*/ 164116 w 295275"/>
                <a:gd name="connsiteY30" fmla="*/ 140399 h 161925"/>
                <a:gd name="connsiteX31" fmla="*/ 164116 w 295275"/>
                <a:gd name="connsiteY31" fmla="*/ 96012 h 161925"/>
                <a:gd name="connsiteX32" fmla="*/ 208502 w 295275"/>
                <a:gd name="connsiteY32" fmla="*/ 96012 h 161925"/>
                <a:gd name="connsiteX33" fmla="*/ 208502 w 295275"/>
                <a:gd name="connsiteY33" fmla="*/ 140399 h 161925"/>
                <a:gd name="connsiteX34" fmla="*/ 208502 w 295275"/>
                <a:gd name="connsiteY34" fmla="*/ 73819 h 161925"/>
                <a:gd name="connsiteX35" fmla="*/ 164116 w 295275"/>
                <a:gd name="connsiteY35" fmla="*/ 73819 h 161925"/>
                <a:gd name="connsiteX36" fmla="*/ 164116 w 295275"/>
                <a:gd name="connsiteY36" fmla="*/ 29432 h 161925"/>
                <a:gd name="connsiteX37" fmla="*/ 208502 w 295275"/>
                <a:gd name="connsiteY37" fmla="*/ 29432 h 161925"/>
                <a:gd name="connsiteX38" fmla="*/ 208502 w 295275"/>
                <a:gd name="connsiteY38" fmla="*/ 73819 h 161925"/>
                <a:gd name="connsiteX39" fmla="*/ 275177 w 295275"/>
                <a:gd name="connsiteY39" fmla="*/ 140399 h 161925"/>
                <a:gd name="connsiteX40" fmla="*/ 230791 w 295275"/>
                <a:gd name="connsiteY40" fmla="*/ 140399 h 161925"/>
                <a:gd name="connsiteX41" fmla="*/ 230791 w 295275"/>
                <a:gd name="connsiteY41" fmla="*/ 96012 h 161925"/>
                <a:gd name="connsiteX42" fmla="*/ 275177 w 295275"/>
                <a:gd name="connsiteY42" fmla="*/ 96012 h 161925"/>
                <a:gd name="connsiteX43" fmla="*/ 275177 w 295275"/>
                <a:gd name="connsiteY43" fmla="*/ 140399 h 161925"/>
                <a:gd name="connsiteX44" fmla="*/ 275177 w 295275"/>
                <a:gd name="connsiteY44" fmla="*/ 73819 h 161925"/>
                <a:gd name="connsiteX45" fmla="*/ 230791 w 295275"/>
                <a:gd name="connsiteY45" fmla="*/ 73819 h 161925"/>
                <a:gd name="connsiteX46" fmla="*/ 230791 w 295275"/>
                <a:gd name="connsiteY46" fmla="*/ 29432 h 161925"/>
                <a:gd name="connsiteX47" fmla="*/ 275177 w 295275"/>
                <a:gd name="connsiteY47" fmla="*/ 29432 h 161925"/>
                <a:gd name="connsiteX48" fmla="*/ 275177 w 295275"/>
                <a:gd name="connsiteY48" fmla="*/ 73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95275" h="161925">
                  <a:moveTo>
                    <a:pt x="28622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151543"/>
                  </a:lnTo>
                  <a:cubicBezTo>
                    <a:pt x="7144" y="157639"/>
                    <a:pt x="12097" y="162687"/>
                    <a:pt x="18288" y="162687"/>
                  </a:cubicBezTo>
                  <a:lnTo>
                    <a:pt x="286226" y="162687"/>
                  </a:lnTo>
                  <a:cubicBezTo>
                    <a:pt x="292322" y="162687"/>
                    <a:pt x="297371" y="157734"/>
                    <a:pt x="297371" y="151543"/>
                  </a:cubicBezTo>
                  <a:lnTo>
                    <a:pt x="297371" y="18288"/>
                  </a:lnTo>
                  <a:cubicBezTo>
                    <a:pt x="297371" y="12192"/>
                    <a:pt x="292417" y="7144"/>
                    <a:pt x="286226" y="7144"/>
                  </a:cubicBezTo>
                  <a:close/>
                  <a:moveTo>
                    <a:pt x="73819" y="140399"/>
                  </a:moveTo>
                  <a:lnTo>
                    <a:pt x="29432" y="140399"/>
                  </a:lnTo>
                  <a:lnTo>
                    <a:pt x="29432" y="96012"/>
                  </a:lnTo>
                  <a:lnTo>
                    <a:pt x="73819" y="96012"/>
                  </a:lnTo>
                  <a:lnTo>
                    <a:pt x="73819" y="140399"/>
                  </a:lnTo>
                  <a:close/>
                  <a:moveTo>
                    <a:pt x="73819" y="73819"/>
                  </a:moveTo>
                  <a:lnTo>
                    <a:pt x="29432" y="73819"/>
                  </a:lnTo>
                  <a:lnTo>
                    <a:pt x="29432" y="29432"/>
                  </a:lnTo>
                  <a:lnTo>
                    <a:pt x="73819" y="29432"/>
                  </a:lnTo>
                  <a:lnTo>
                    <a:pt x="73819" y="73819"/>
                  </a:lnTo>
                  <a:close/>
                  <a:moveTo>
                    <a:pt x="141922" y="140399"/>
                  </a:moveTo>
                  <a:lnTo>
                    <a:pt x="96012" y="140399"/>
                  </a:lnTo>
                  <a:lnTo>
                    <a:pt x="96012" y="96012"/>
                  </a:lnTo>
                  <a:lnTo>
                    <a:pt x="141922" y="96012"/>
                  </a:lnTo>
                  <a:lnTo>
                    <a:pt x="141922" y="140399"/>
                  </a:lnTo>
                  <a:close/>
                  <a:moveTo>
                    <a:pt x="141922" y="73819"/>
                  </a:moveTo>
                  <a:lnTo>
                    <a:pt x="96012" y="73819"/>
                  </a:lnTo>
                  <a:lnTo>
                    <a:pt x="96012" y="29432"/>
                  </a:lnTo>
                  <a:lnTo>
                    <a:pt x="141922" y="29432"/>
                  </a:lnTo>
                  <a:lnTo>
                    <a:pt x="141922" y="73819"/>
                  </a:lnTo>
                  <a:close/>
                  <a:moveTo>
                    <a:pt x="208502" y="140399"/>
                  </a:moveTo>
                  <a:lnTo>
                    <a:pt x="164116" y="140399"/>
                  </a:lnTo>
                  <a:lnTo>
                    <a:pt x="164116" y="96012"/>
                  </a:lnTo>
                  <a:lnTo>
                    <a:pt x="208502" y="96012"/>
                  </a:lnTo>
                  <a:lnTo>
                    <a:pt x="208502" y="140399"/>
                  </a:lnTo>
                  <a:close/>
                  <a:moveTo>
                    <a:pt x="208502" y="73819"/>
                  </a:moveTo>
                  <a:lnTo>
                    <a:pt x="164116" y="73819"/>
                  </a:lnTo>
                  <a:lnTo>
                    <a:pt x="164116" y="29432"/>
                  </a:lnTo>
                  <a:lnTo>
                    <a:pt x="208502" y="29432"/>
                  </a:lnTo>
                  <a:lnTo>
                    <a:pt x="208502" y="73819"/>
                  </a:lnTo>
                  <a:close/>
                  <a:moveTo>
                    <a:pt x="275177" y="140399"/>
                  </a:moveTo>
                  <a:lnTo>
                    <a:pt x="230791" y="140399"/>
                  </a:lnTo>
                  <a:lnTo>
                    <a:pt x="230791" y="96012"/>
                  </a:lnTo>
                  <a:lnTo>
                    <a:pt x="275177" y="96012"/>
                  </a:lnTo>
                  <a:lnTo>
                    <a:pt x="275177" y="140399"/>
                  </a:lnTo>
                  <a:close/>
                  <a:moveTo>
                    <a:pt x="275177" y="73819"/>
                  </a:moveTo>
                  <a:lnTo>
                    <a:pt x="230791" y="73819"/>
                  </a:lnTo>
                  <a:lnTo>
                    <a:pt x="230791" y="29432"/>
                  </a:lnTo>
                  <a:lnTo>
                    <a:pt x="275177" y="29432"/>
                  </a:lnTo>
                  <a:lnTo>
                    <a:pt x="275177" y="73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0FE6CDC-9CF6-48C9-AFD5-A7B955BDFF6B}"/>
              </a:ext>
            </a:extLst>
          </p:cNvPr>
          <p:cNvSpPr/>
          <p:nvPr/>
        </p:nvSpPr>
        <p:spPr>
          <a:xfrm>
            <a:off x="5437115" y="5154328"/>
            <a:ext cx="578306" cy="578304"/>
          </a:xfrm>
          <a:custGeom>
            <a:avLst/>
            <a:gdLst>
              <a:gd name="connsiteX0" fmla="*/ 384806 w 390525"/>
              <a:gd name="connsiteY0" fmla="*/ 81802 h 390525"/>
              <a:gd name="connsiteX1" fmla="*/ 374328 w 390525"/>
              <a:gd name="connsiteY1" fmla="*/ 74754 h 390525"/>
              <a:gd name="connsiteX2" fmla="*/ 318036 w 390525"/>
              <a:gd name="connsiteY2" fmla="*/ 74754 h 390525"/>
              <a:gd name="connsiteX3" fmla="*/ 318036 w 390525"/>
              <a:gd name="connsiteY3" fmla="*/ 18461 h 390525"/>
              <a:gd name="connsiteX4" fmla="*/ 310987 w 390525"/>
              <a:gd name="connsiteY4" fmla="*/ 7983 h 390525"/>
              <a:gd name="connsiteX5" fmla="*/ 298604 w 390525"/>
              <a:gd name="connsiteY5" fmla="*/ 10460 h 390525"/>
              <a:gd name="connsiteX6" fmla="*/ 260886 w 390525"/>
              <a:gd name="connsiteY6" fmla="*/ 48179 h 390525"/>
              <a:gd name="connsiteX7" fmla="*/ 159920 w 390525"/>
              <a:gd name="connsiteY7" fmla="*/ 32653 h 390525"/>
              <a:gd name="connsiteX8" fmla="*/ 39144 w 390525"/>
              <a:gd name="connsiteY8" fmla="*/ 106472 h 390525"/>
              <a:gd name="connsiteX9" fmla="*/ 10569 w 390525"/>
              <a:gd name="connsiteY9" fmla="*/ 172957 h 390525"/>
              <a:gd name="connsiteX10" fmla="*/ 59146 w 390525"/>
              <a:gd name="connsiteY10" fmla="*/ 333739 h 390525"/>
              <a:gd name="connsiteX11" fmla="*/ 184590 w 390525"/>
              <a:gd name="connsiteY11" fmla="*/ 385650 h 390525"/>
              <a:gd name="connsiteX12" fmla="*/ 184590 w 390525"/>
              <a:gd name="connsiteY12" fmla="*/ 385650 h 390525"/>
              <a:gd name="connsiteX13" fmla="*/ 310035 w 390525"/>
              <a:gd name="connsiteY13" fmla="*/ 333739 h 390525"/>
              <a:gd name="connsiteX14" fmla="*/ 360231 w 390525"/>
              <a:gd name="connsiteY14" fmla="*/ 232964 h 390525"/>
              <a:gd name="connsiteX15" fmla="*/ 344705 w 390525"/>
              <a:gd name="connsiteY15" fmla="*/ 131904 h 390525"/>
              <a:gd name="connsiteX16" fmla="*/ 382424 w 390525"/>
              <a:gd name="connsiteY16" fmla="*/ 94185 h 390525"/>
              <a:gd name="connsiteX17" fmla="*/ 384806 w 390525"/>
              <a:gd name="connsiteY17" fmla="*/ 81802 h 390525"/>
              <a:gd name="connsiteX18" fmla="*/ 203259 w 390525"/>
              <a:gd name="connsiteY18" fmla="*/ 226963 h 390525"/>
              <a:gd name="connsiteX19" fmla="*/ 184400 w 390525"/>
              <a:gd name="connsiteY19" fmla="*/ 234774 h 390525"/>
              <a:gd name="connsiteX20" fmla="*/ 165540 w 390525"/>
              <a:gd name="connsiteY20" fmla="*/ 226963 h 390525"/>
              <a:gd name="connsiteX21" fmla="*/ 157730 w 390525"/>
              <a:gd name="connsiteY21" fmla="*/ 208104 h 390525"/>
              <a:gd name="connsiteX22" fmla="*/ 165540 w 390525"/>
              <a:gd name="connsiteY22" fmla="*/ 189244 h 390525"/>
              <a:gd name="connsiteX23" fmla="*/ 184400 w 390525"/>
              <a:gd name="connsiteY23" fmla="*/ 181434 h 390525"/>
              <a:gd name="connsiteX24" fmla="*/ 193448 w 390525"/>
              <a:gd name="connsiteY24" fmla="*/ 183053 h 390525"/>
              <a:gd name="connsiteX25" fmla="*/ 176399 w 390525"/>
              <a:gd name="connsiteY25" fmla="*/ 200103 h 390525"/>
              <a:gd name="connsiteX26" fmla="*/ 176399 w 390525"/>
              <a:gd name="connsiteY26" fmla="*/ 216105 h 390525"/>
              <a:gd name="connsiteX27" fmla="*/ 184400 w 390525"/>
              <a:gd name="connsiteY27" fmla="*/ 219439 h 390525"/>
              <a:gd name="connsiteX28" fmla="*/ 192401 w 390525"/>
              <a:gd name="connsiteY28" fmla="*/ 216105 h 390525"/>
              <a:gd name="connsiteX29" fmla="*/ 209451 w 390525"/>
              <a:gd name="connsiteY29" fmla="*/ 199055 h 390525"/>
              <a:gd name="connsiteX30" fmla="*/ 203259 w 390525"/>
              <a:gd name="connsiteY30" fmla="*/ 226963 h 390525"/>
              <a:gd name="connsiteX31" fmla="*/ 210308 w 390525"/>
              <a:gd name="connsiteY31" fmla="*/ 166194 h 390525"/>
              <a:gd name="connsiteX32" fmla="*/ 149443 w 390525"/>
              <a:gd name="connsiteY32" fmla="*/ 173242 h 390525"/>
              <a:gd name="connsiteX33" fmla="*/ 134965 w 390525"/>
              <a:gd name="connsiteY33" fmla="*/ 208104 h 390525"/>
              <a:gd name="connsiteX34" fmla="*/ 149443 w 390525"/>
              <a:gd name="connsiteY34" fmla="*/ 242965 h 390525"/>
              <a:gd name="connsiteX35" fmla="*/ 184304 w 390525"/>
              <a:gd name="connsiteY35" fmla="*/ 257443 h 390525"/>
              <a:gd name="connsiteX36" fmla="*/ 219166 w 390525"/>
              <a:gd name="connsiteY36" fmla="*/ 242965 h 390525"/>
              <a:gd name="connsiteX37" fmla="*/ 226214 w 390525"/>
              <a:gd name="connsiteY37" fmla="*/ 182100 h 390525"/>
              <a:gd name="connsiteX38" fmla="*/ 256218 w 390525"/>
              <a:gd name="connsiteY38" fmla="*/ 152097 h 390525"/>
              <a:gd name="connsiteX39" fmla="*/ 248694 w 390525"/>
              <a:gd name="connsiteY39" fmla="*/ 272588 h 390525"/>
              <a:gd name="connsiteX40" fmla="*/ 119725 w 390525"/>
              <a:gd name="connsiteY40" fmla="*/ 272588 h 390525"/>
              <a:gd name="connsiteX41" fmla="*/ 119725 w 390525"/>
              <a:gd name="connsiteY41" fmla="*/ 143619 h 390525"/>
              <a:gd name="connsiteX42" fmla="*/ 184209 w 390525"/>
              <a:gd name="connsiteY42" fmla="*/ 116950 h 390525"/>
              <a:gd name="connsiteX43" fmla="*/ 240216 w 390525"/>
              <a:gd name="connsiteY43" fmla="*/ 136095 h 390525"/>
              <a:gd name="connsiteX44" fmla="*/ 210308 w 390525"/>
              <a:gd name="connsiteY44" fmla="*/ 166194 h 390525"/>
              <a:gd name="connsiteX45" fmla="*/ 293556 w 390525"/>
              <a:gd name="connsiteY45" fmla="*/ 317737 h 390525"/>
              <a:gd name="connsiteX46" fmla="*/ 75053 w 390525"/>
              <a:gd name="connsiteY46" fmla="*/ 317737 h 390525"/>
              <a:gd name="connsiteX47" fmla="*/ 75053 w 390525"/>
              <a:gd name="connsiteY47" fmla="*/ 99233 h 390525"/>
              <a:gd name="connsiteX48" fmla="*/ 184781 w 390525"/>
              <a:gd name="connsiteY48" fmla="*/ 54180 h 390525"/>
              <a:gd name="connsiteX49" fmla="*/ 245645 w 390525"/>
              <a:gd name="connsiteY49" fmla="*/ 66658 h 390525"/>
              <a:gd name="connsiteX50" fmla="*/ 245550 w 390525"/>
              <a:gd name="connsiteY50" fmla="*/ 67134 h 390525"/>
              <a:gd name="connsiteX51" fmla="*/ 245550 w 390525"/>
              <a:gd name="connsiteY51" fmla="*/ 67419 h 390525"/>
              <a:gd name="connsiteX52" fmla="*/ 245455 w 390525"/>
              <a:gd name="connsiteY52" fmla="*/ 68467 h 390525"/>
              <a:gd name="connsiteX53" fmla="*/ 245455 w 390525"/>
              <a:gd name="connsiteY53" fmla="*/ 112473 h 390525"/>
              <a:gd name="connsiteX54" fmla="*/ 103818 w 390525"/>
              <a:gd name="connsiteY54" fmla="*/ 127998 h 390525"/>
              <a:gd name="connsiteX55" fmla="*/ 103818 w 390525"/>
              <a:gd name="connsiteY55" fmla="*/ 289066 h 390525"/>
              <a:gd name="connsiteX56" fmla="*/ 184304 w 390525"/>
              <a:gd name="connsiteY56" fmla="*/ 322404 h 390525"/>
              <a:gd name="connsiteX57" fmla="*/ 264791 w 390525"/>
              <a:gd name="connsiteY57" fmla="*/ 289066 h 390525"/>
              <a:gd name="connsiteX58" fmla="*/ 280317 w 390525"/>
              <a:gd name="connsiteY58" fmla="*/ 147429 h 390525"/>
              <a:gd name="connsiteX59" fmla="*/ 324322 w 390525"/>
              <a:gd name="connsiteY59" fmla="*/ 147429 h 390525"/>
              <a:gd name="connsiteX60" fmla="*/ 325370 w 390525"/>
              <a:gd name="connsiteY60" fmla="*/ 147334 h 390525"/>
              <a:gd name="connsiteX61" fmla="*/ 325655 w 390525"/>
              <a:gd name="connsiteY61" fmla="*/ 147334 h 390525"/>
              <a:gd name="connsiteX62" fmla="*/ 326132 w 390525"/>
              <a:gd name="connsiteY62" fmla="*/ 147239 h 390525"/>
              <a:gd name="connsiteX63" fmla="*/ 293556 w 390525"/>
              <a:gd name="connsiteY63" fmla="*/ 317737 h 390525"/>
              <a:gd name="connsiteX64" fmla="*/ 319560 w 390525"/>
              <a:gd name="connsiteY64" fmla="*/ 124379 h 390525"/>
              <a:gd name="connsiteX65" fmla="*/ 268410 w 390525"/>
              <a:gd name="connsiteY65" fmla="*/ 124379 h 390525"/>
              <a:gd name="connsiteX66" fmla="*/ 268410 w 390525"/>
              <a:gd name="connsiteY66" fmla="*/ 73325 h 390525"/>
              <a:gd name="connsiteX67" fmla="*/ 295080 w 390525"/>
              <a:gd name="connsiteY67" fmla="*/ 46655 h 390525"/>
              <a:gd name="connsiteX68" fmla="*/ 295080 w 390525"/>
              <a:gd name="connsiteY68" fmla="*/ 86469 h 390525"/>
              <a:gd name="connsiteX69" fmla="*/ 306320 w 390525"/>
              <a:gd name="connsiteY69" fmla="*/ 97709 h 390525"/>
              <a:gd name="connsiteX70" fmla="*/ 346229 w 390525"/>
              <a:gd name="connsiteY70" fmla="*/ 97709 h 390525"/>
              <a:gd name="connsiteX71" fmla="*/ 319560 w 390525"/>
              <a:gd name="connsiteY71" fmla="*/ 124379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90525" h="390525">
                <a:moveTo>
                  <a:pt x="384806" y="81802"/>
                </a:moveTo>
                <a:cubicBezTo>
                  <a:pt x="383091" y="77516"/>
                  <a:pt x="378900" y="74754"/>
                  <a:pt x="374328" y="74754"/>
                </a:cubicBezTo>
                <a:lnTo>
                  <a:pt x="318036" y="74754"/>
                </a:lnTo>
                <a:lnTo>
                  <a:pt x="318036" y="18461"/>
                </a:lnTo>
                <a:cubicBezTo>
                  <a:pt x="318036" y="13889"/>
                  <a:pt x="315273" y="9698"/>
                  <a:pt x="310987" y="7983"/>
                </a:cubicBezTo>
                <a:cubicBezTo>
                  <a:pt x="306701" y="6269"/>
                  <a:pt x="301843" y="7221"/>
                  <a:pt x="298604" y="10460"/>
                </a:cubicBezTo>
                <a:lnTo>
                  <a:pt x="260886" y="48179"/>
                </a:lnTo>
                <a:cubicBezTo>
                  <a:pt x="229739" y="33320"/>
                  <a:pt x="194211" y="27796"/>
                  <a:pt x="159920" y="32653"/>
                </a:cubicBezTo>
                <a:cubicBezTo>
                  <a:pt x="111438" y="39416"/>
                  <a:pt x="68671" y="65229"/>
                  <a:pt x="39144" y="106472"/>
                </a:cubicBezTo>
                <a:cubicBezTo>
                  <a:pt x="24951" y="126284"/>
                  <a:pt x="15140" y="148954"/>
                  <a:pt x="10569" y="172957"/>
                </a:cubicBezTo>
                <a:cubicBezTo>
                  <a:pt x="-1052" y="233154"/>
                  <a:pt x="17331" y="292019"/>
                  <a:pt x="59146" y="333739"/>
                </a:cubicBezTo>
                <a:cubicBezTo>
                  <a:pt x="92674" y="367267"/>
                  <a:pt x="137156" y="385650"/>
                  <a:pt x="184590" y="385650"/>
                </a:cubicBezTo>
                <a:lnTo>
                  <a:pt x="184590" y="385650"/>
                </a:lnTo>
                <a:cubicBezTo>
                  <a:pt x="231929" y="385650"/>
                  <a:pt x="276506" y="367171"/>
                  <a:pt x="310035" y="333739"/>
                </a:cubicBezTo>
                <a:cubicBezTo>
                  <a:pt x="337562" y="306211"/>
                  <a:pt x="354897" y="271350"/>
                  <a:pt x="360231" y="232964"/>
                </a:cubicBezTo>
                <a:cubicBezTo>
                  <a:pt x="364994" y="198579"/>
                  <a:pt x="359469" y="163050"/>
                  <a:pt x="344705" y="131904"/>
                </a:cubicBezTo>
                <a:lnTo>
                  <a:pt x="382424" y="94185"/>
                </a:lnTo>
                <a:cubicBezTo>
                  <a:pt x="385568" y="90946"/>
                  <a:pt x="386520" y="86089"/>
                  <a:pt x="384806" y="81802"/>
                </a:cubicBezTo>
                <a:close/>
                <a:moveTo>
                  <a:pt x="203259" y="226963"/>
                </a:moveTo>
                <a:cubicBezTo>
                  <a:pt x="198211" y="232012"/>
                  <a:pt x="191544" y="234774"/>
                  <a:pt x="184400" y="234774"/>
                </a:cubicBezTo>
                <a:cubicBezTo>
                  <a:pt x="177256" y="234774"/>
                  <a:pt x="170588" y="232012"/>
                  <a:pt x="165540" y="226963"/>
                </a:cubicBezTo>
                <a:cubicBezTo>
                  <a:pt x="160492" y="221915"/>
                  <a:pt x="157730" y="215248"/>
                  <a:pt x="157730" y="208104"/>
                </a:cubicBezTo>
                <a:cubicBezTo>
                  <a:pt x="157730" y="200960"/>
                  <a:pt x="160492" y="194292"/>
                  <a:pt x="165540" y="189244"/>
                </a:cubicBezTo>
                <a:cubicBezTo>
                  <a:pt x="170779" y="184006"/>
                  <a:pt x="177542" y="181434"/>
                  <a:pt x="184400" y="181434"/>
                </a:cubicBezTo>
                <a:cubicBezTo>
                  <a:pt x="187448" y="181434"/>
                  <a:pt x="190496" y="182005"/>
                  <a:pt x="193448" y="183053"/>
                </a:cubicBezTo>
                <a:lnTo>
                  <a:pt x="176399" y="200103"/>
                </a:lnTo>
                <a:cubicBezTo>
                  <a:pt x="172017" y="204484"/>
                  <a:pt x="172017" y="211723"/>
                  <a:pt x="176399" y="216105"/>
                </a:cubicBezTo>
                <a:cubicBezTo>
                  <a:pt x="178589" y="218296"/>
                  <a:pt x="181542" y="219439"/>
                  <a:pt x="184400" y="219439"/>
                </a:cubicBezTo>
                <a:cubicBezTo>
                  <a:pt x="187257" y="219439"/>
                  <a:pt x="190210" y="218296"/>
                  <a:pt x="192401" y="216105"/>
                </a:cubicBezTo>
                <a:lnTo>
                  <a:pt x="209451" y="199055"/>
                </a:lnTo>
                <a:cubicBezTo>
                  <a:pt x="212879" y="208485"/>
                  <a:pt x="210784" y="219439"/>
                  <a:pt x="203259" y="226963"/>
                </a:cubicBezTo>
                <a:close/>
                <a:moveTo>
                  <a:pt x="210308" y="166194"/>
                </a:moveTo>
                <a:cubicBezTo>
                  <a:pt x="191258" y="154478"/>
                  <a:pt x="165921" y="156764"/>
                  <a:pt x="149443" y="173242"/>
                </a:cubicBezTo>
                <a:cubicBezTo>
                  <a:pt x="140109" y="182577"/>
                  <a:pt x="134965" y="194959"/>
                  <a:pt x="134965" y="208104"/>
                </a:cubicBezTo>
                <a:cubicBezTo>
                  <a:pt x="134965" y="221248"/>
                  <a:pt x="140109" y="233631"/>
                  <a:pt x="149443" y="242965"/>
                </a:cubicBezTo>
                <a:cubicBezTo>
                  <a:pt x="158778" y="252300"/>
                  <a:pt x="171160" y="257443"/>
                  <a:pt x="184304" y="257443"/>
                </a:cubicBezTo>
                <a:cubicBezTo>
                  <a:pt x="197449" y="257443"/>
                  <a:pt x="209831" y="252300"/>
                  <a:pt x="219166" y="242965"/>
                </a:cubicBezTo>
                <a:cubicBezTo>
                  <a:pt x="235644" y="226487"/>
                  <a:pt x="238026" y="201150"/>
                  <a:pt x="226214" y="182100"/>
                </a:cubicBezTo>
                <a:lnTo>
                  <a:pt x="256218" y="152097"/>
                </a:lnTo>
                <a:cubicBezTo>
                  <a:pt x="284031" y="187815"/>
                  <a:pt x="281555" y="239727"/>
                  <a:pt x="248694" y="272588"/>
                </a:cubicBezTo>
                <a:cubicBezTo>
                  <a:pt x="213165" y="308116"/>
                  <a:pt x="155253" y="308116"/>
                  <a:pt x="119725" y="272588"/>
                </a:cubicBezTo>
                <a:cubicBezTo>
                  <a:pt x="84197" y="237060"/>
                  <a:pt x="84197" y="179148"/>
                  <a:pt x="119725" y="143619"/>
                </a:cubicBezTo>
                <a:cubicBezTo>
                  <a:pt x="137537" y="125808"/>
                  <a:pt x="160873" y="116950"/>
                  <a:pt x="184209" y="116950"/>
                </a:cubicBezTo>
                <a:cubicBezTo>
                  <a:pt x="204021" y="116950"/>
                  <a:pt x="223738" y="123331"/>
                  <a:pt x="240216" y="136095"/>
                </a:cubicBezTo>
                <a:lnTo>
                  <a:pt x="210308" y="166194"/>
                </a:lnTo>
                <a:close/>
                <a:moveTo>
                  <a:pt x="293556" y="317737"/>
                </a:moveTo>
                <a:cubicBezTo>
                  <a:pt x="233263" y="378030"/>
                  <a:pt x="135251" y="378030"/>
                  <a:pt x="75053" y="317737"/>
                </a:cubicBezTo>
                <a:cubicBezTo>
                  <a:pt x="14760" y="257443"/>
                  <a:pt x="14760" y="159431"/>
                  <a:pt x="75053" y="99233"/>
                </a:cubicBezTo>
                <a:cubicBezTo>
                  <a:pt x="104580" y="69706"/>
                  <a:pt x="144490" y="54180"/>
                  <a:pt x="184781" y="54180"/>
                </a:cubicBezTo>
                <a:cubicBezTo>
                  <a:pt x="205450" y="54180"/>
                  <a:pt x="226214" y="58275"/>
                  <a:pt x="245645" y="66658"/>
                </a:cubicBezTo>
                <a:cubicBezTo>
                  <a:pt x="245645" y="66848"/>
                  <a:pt x="245645" y="66943"/>
                  <a:pt x="245550" y="67134"/>
                </a:cubicBezTo>
                <a:cubicBezTo>
                  <a:pt x="245550" y="67229"/>
                  <a:pt x="245550" y="67324"/>
                  <a:pt x="245550" y="67419"/>
                </a:cubicBezTo>
                <a:cubicBezTo>
                  <a:pt x="245550" y="67800"/>
                  <a:pt x="245455" y="68086"/>
                  <a:pt x="245455" y="68467"/>
                </a:cubicBezTo>
                <a:lnTo>
                  <a:pt x="245455" y="112473"/>
                </a:lnTo>
                <a:cubicBezTo>
                  <a:pt x="201449" y="84469"/>
                  <a:pt x="142204" y="89613"/>
                  <a:pt x="103818" y="127998"/>
                </a:cubicBezTo>
                <a:cubicBezTo>
                  <a:pt x="59432" y="172385"/>
                  <a:pt x="59432" y="244680"/>
                  <a:pt x="103818" y="289066"/>
                </a:cubicBezTo>
                <a:cubicBezTo>
                  <a:pt x="126012" y="311260"/>
                  <a:pt x="155158" y="322404"/>
                  <a:pt x="184304" y="322404"/>
                </a:cubicBezTo>
                <a:cubicBezTo>
                  <a:pt x="213451" y="322404"/>
                  <a:pt x="242597" y="311260"/>
                  <a:pt x="264791" y="289066"/>
                </a:cubicBezTo>
                <a:cubicBezTo>
                  <a:pt x="303177" y="250681"/>
                  <a:pt x="308415" y="191435"/>
                  <a:pt x="280317" y="147429"/>
                </a:cubicBezTo>
                <a:lnTo>
                  <a:pt x="324322" y="147429"/>
                </a:lnTo>
                <a:cubicBezTo>
                  <a:pt x="324703" y="147429"/>
                  <a:pt x="324989" y="147429"/>
                  <a:pt x="325370" y="147334"/>
                </a:cubicBezTo>
                <a:cubicBezTo>
                  <a:pt x="325465" y="147334"/>
                  <a:pt x="325560" y="147334"/>
                  <a:pt x="325655" y="147334"/>
                </a:cubicBezTo>
                <a:cubicBezTo>
                  <a:pt x="325846" y="147334"/>
                  <a:pt x="325941" y="147334"/>
                  <a:pt x="326132" y="147239"/>
                </a:cubicBezTo>
                <a:cubicBezTo>
                  <a:pt x="350897" y="204579"/>
                  <a:pt x="338324" y="273064"/>
                  <a:pt x="293556" y="317737"/>
                </a:cubicBezTo>
                <a:close/>
                <a:moveTo>
                  <a:pt x="319560" y="124379"/>
                </a:moveTo>
                <a:lnTo>
                  <a:pt x="268410" y="124379"/>
                </a:lnTo>
                <a:lnTo>
                  <a:pt x="268410" y="73325"/>
                </a:lnTo>
                <a:lnTo>
                  <a:pt x="295080" y="46655"/>
                </a:lnTo>
                <a:lnTo>
                  <a:pt x="295080" y="86469"/>
                </a:lnTo>
                <a:cubicBezTo>
                  <a:pt x="295080" y="92661"/>
                  <a:pt x="300129" y="97709"/>
                  <a:pt x="306320" y="97709"/>
                </a:cubicBezTo>
                <a:lnTo>
                  <a:pt x="346229" y="97709"/>
                </a:lnTo>
                <a:lnTo>
                  <a:pt x="319560" y="124379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Espaço Reservado para Imagem 2">
            <a:extLst>
              <a:ext uri="{FF2B5EF4-FFF2-40B4-BE49-F238E27FC236}">
                <a16:creationId xmlns:a16="http://schemas.microsoft.com/office/drawing/2014/main" id="{1097399E-EF3A-BB34-90C9-54A1452071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9687" r="968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4D52DE26-28B3-4FCF-B495-D2C34D7CAE1A}"/>
              </a:ext>
            </a:extLst>
          </p:cNvPr>
          <p:cNvSpPr txBox="1"/>
          <p:nvPr/>
        </p:nvSpPr>
        <p:spPr>
          <a:xfrm>
            <a:off x="1492690" y="2685585"/>
            <a:ext cx="536700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Avaliar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viabilidade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técnica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, social 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econômica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.</a:t>
            </a:r>
            <a:endParaRPr lang="pt-BR" sz="2000" dirty="0">
              <a:solidFill>
                <a:schemeClr val="bg1"/>
              </a:solidFill>
              <a:latin typeface="Times New Roman"/>
              <a:cs typeface="Poppins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D0F07-37D1-40C9-9D4F-6CD6B96F304E}"/>
              </a:ext>
            </a:extLst>
          </p:cNvPr>
          <p:cNvSpPr txBox="1"/>
          <p:nvPr/>
        </p:nvSpPr>
        <p:spPr>
          <a:xfrm>
            <a:off x="1492451" y="3427264"/>
            <a:ext cx="53734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Reduzir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tempo de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busca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e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evasão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de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pagamento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.</a:t>
            </a:r>
          </a:p>
          <a:p>
            <a:endParaRPr lang="en-US" altLang="ko-KR" sz="2000" dirty="0">
              <a:cs typeface="Poppins Light"/>
            </a:endParaRP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11C08852-C648-4B90-6909-16012ACFEDFA}"/>
              </a:ext>
            </a:extLst>
          </p:cNvPr>
          <p:cNvSpPr txBox="1"/>
          <p:nvPr/>
        </p:nvSpPr>
        <p:spPr>
          <a:xfrm>
            <a:off x="1421330" y="4138463"/>
            <a:ext cx="53734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Propor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sistema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IoT para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monitoramento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devagas</a:t>
            </a: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.</a:t>
            </a:r>
            <a:endParaRPr lang="pt-BR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altLang="ko-KR" sz="2000" dirty="0">
              <a:cs typeface="Poppins Light"/>
            </a:endParaRPr>
          </a:p>
        </p:txBody>
      </p:sp>
      <p:sp>
        <p:nvSpPr>
          <p:cNvPr id="32" name="직사각형 18">
            <a:extLst>
              <a:ext uri="{FF2B5EF4-FFF2-40B4-BE49-F238E27FC236}">
                <a16:creationId xmlns:a16="http://schemas.microsoft.com/office/drawing/2014/main" id="{2A9BAEEE-5890-8399-1FE3-F9A630FAAE4B}"/>
              </a:ext>
            </a:extLst>
          </p:cNvPr>
          <p:cNvSpPr/>
          <p:nvPr/>
        </p:nvSpPr>
        <p:spPr>
          <a:xfrm>
            <a:off x="903066" y="2690693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01.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직사각형 35">
            <a:extLst>
              <a:ext uri="{FF2B5EF4-FFF2-40B4-BE49-F238E27FC236}">
                <a16:creationId xmlns:a16="http://schemas.microsoft.com/office/drawing/2014/main" id="{59DB83EA-E5BE-5C12-2BBE-4DB356BD0E4D}"/>
              </a:ext>
            </a:extLst>
          </p:cNvPr>
          <p:cNvSpPr/>
          <p:nvPr/>
        </p:nvSpPr>
        <p:spPr>
          <a:xfrm>
            <a:off x="907800" y="343350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02.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직사각형 38">
            <a:extLst>
              <a:ext uri="{FF2B5EF4-FFF2-40B4-BE49-F238E27FC236}">
                <a16:creationId xmlns:a16="http://schemas.microsoft.com/office/drawing/2014/main" id="{562E3294-9B8E-AAD7-5D1E-9A7F608F1046}"/>
              </a:ext>
            </a:extLst>
          </p:cNvPr>
          <p:cNvSpPr/>
          <p:nvPr/>
        </p:nvSpPr>
        <p:spPr>
          <a:xfrm>
            <a:off x="903066" y="414060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03.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8" name="그래픽 468">
            <a:extLst>
              <a:ext uri="{FF2B5EF4-FFF2-40B4-BE49-F238E27FC236}">
                <a16:creationId xmlns:a16="http://schemas.microsoft.com/office/drawing/2014/main" id="{B129F1DF-922D-4C3B-9626-F95B1BDF9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297" y="5156580"/>
            <a:ext cx="579892" cy="57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2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spaço Reservado para Imagem 31" descr="Parquímetro ao lado de carro&#10;&#10;O conteúdo gerado por IA pode estar incorreto.">
            <a:extLst>
              <a:ext uri="{FF2B5EF4-FFF2-40B4-BE49-F238E27FC236}">
                <a16:creationId xmlns:a16="http://schemas.microsoft.com/office/drawing/2014/main" id="{402C3396-9433-3DC9-B63C-20299E94634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6770" r="16770"/>
          <a:stretch/>
        </p:blipFill>
        <p:spPr>
          <a:xfrm>
            <a:off x="2486025" y="4674235"/>
            <a:ext cx="1976438" cy="1974850"/>
          </a:xfrm>
          <a:prstGeom prst="ellipse">
            <a:avLst/>
          </a:prstGeom>
          <a:pattFill prst="pct10">
            <a:fgClr>
              <a:prstClr val="white">
                <a:lumMod val="75000"/>
              </a:prstClr>
            </a:fgClr>
            <a:bgClr>
              <a:prstClr val="white">
                <a:lumMod val="95000"/>
              </a:prstClr>
            </a:bgClr>
          </a:pattFill>
        </p:spPr>
      </p:pic>
      <p:pic>
        <p:nvPicPr>
          <p:cNvPr id="33" name="Espaço Reservado para Imagem 32" descr="Uma imagem contendo ao ar livre, edifício, carro, caminhão&#10;&#10;O conteúdo gerado por IA pode estar incorreto.">
            <a:extLst>
              <a:ext uri="{FF2B5EF4-FFF2-40B4-BE49-F238E27FC236}">
                <a16:creationId xmlns:a16="http://schemas.microsoft.com/office/drawing/2014/main" id="{5AC2A565-8871-C7A5-C256-D940EF8CDE1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1898" r="21898"/>
          <a:stretch/>
        </p:blipFill>
        <p:spPr>
          <a:xfrm>
            <a:off x="5098415" y="4673600"/>
            <a:ext cx="1974850" cy="1976438"/>
          </a:xfrm>
          <a:prstGeom prst="ellipse">
            <a:avLst/>
          </a:prstGeom>
          <a:pattFill prst="pct10">
            <a:fgClr>
              <a:prstClr val="white">
                <a:lumMod val="75000"/>
              </a:prstClr>
            </a:fgClr>
            <a:bgClr>
              <a:prstClr val="white">
                <a:lumMod val="95000"/>
              </a:prstClr>
            </a:bgClr>
          </a:pattFill>
        </p:spPr>
      </p:pic>
      <p:pic>
        <p:nvPicPr>
          <p:cNvPr id="34" name="Espaço Reservado para Imagem 33" descr="Placa de sinalização&#10;&#10;O conteúdo gerado por IA pode estar incorreto.">
            <a:extLst>
              <a:ext uri="{FF2B5EF4-FFF2-40B4-BE49-F238E27FC236}">
                <a16:creationId xmlns:a16="http://schemas.microsoft.com/office/drawing/2014/main" id="{591A075C-C512-1EA3-226A-2698AC112F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/>
          <a:stretch/>
        </p:blipFill>
        <p:spPr>
          <a:xfrm>
            <a:off x="7718425" y="4673600"/>
            <a:ext cx="1976438" cy="1976438"/>
          </a:xfrm>
          <a:prstGeom prst="ellipse">
            <a:avLst/>
          </a:prstGeom>
          <a:pattFill prst="pct10">
            <a:fgClr>
              <a:prstClr val="white">
                <a:lumMod val="75000"/>
              </a:prstClr>
            </a:fgClr>
            <a:bgClr>
              <a:prstClr val="white">
                <a:lumMod val="95000"/>
              </a:prstClr>
            </a:bgClr>
          </a:pattFill>
        </p:spPr>
      </p:pic>
      <p:sp>
        <p:nvSpPr>
          <p:cNvPr id="13" name="TextBox 43">
            <a:extLst>
              <a:ext uri="{FF2B5EF4-FFF2-40B4-BE49-F238E27FC236}">
                <a16:creationId xmlns:a16="http://schemas.microsoft.com/office/drawing/2014/main" id="{5FC159A9-2663-7545-5D7E-0D2A39FC84F8}"/>
              </a:ext>
            </a:extLst>
          </p:cNvPr>
          <p:cNvSpPr txBox="1"/>
          <p:nvPr/>
        </p:nvSpPr>
        <p:spPr>
          <a:xfrm>
            <a:off x="2486025" y="3540372"/>
            <a:ext cx="2085338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ct val="20000"/>
              </a:spcBef>
            </a:pPr>
            <a:r>
              <a:rPr lang="pt-BR" sz="1800" dirty="0">
                <a:solidFill>
                  <a:schemeClr val="bg1"/>
                </a:solidFill>
                <a:latin typeface="Times New Roman"/>
                <a:cs typeface="Times New Roman"/>
              </a:rPr>
              <a:t> sensores + tarifação dinâmica</a:t>
            </a:r>
            <a:endParaRPr lang="pt-BR" sz="1800" b="1" dirty="0">
              <a:solidFill>
                <a:schemeClr val="bg1"/>
              </a:solidFill>
              <a:latin typeface="Times New Roman"/>
              <a:cs typeface="Poppins Light"/>
            </a:endParaRPr>
          </a:p>
          <a:p>
            <a:pPr algn="ctr">
              <a:lnSpc>
                <a:spcPct val="100000"/>
              </a:lnSpc>
            </a:pPr>
            <a:endParaRPr lang="en-US" altLang="ko-KR" sz="1400" dirty="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5" name="직사각형 44">
            <a:extLst>
              <a:ext uri="{FF2B5EF4-FFF2-40B4-BE49-F238E27FC236}">
                <a16:creationId xmlns:a16="http://schemas.microsoft.com/office/drawing/2014/main" id="{4B3C7FAE-D86C-439D-E8F4-BACEA2C84DDB}"/>
              </a:ext>
            </a:extLst>
          </p:cNvPr>
          <p:cNvSpPr/>
          <p:nvPr/>
        </p:nvSpPr>
        <p:spPr>
          <a:xfrm>
            <a:off x="2487596" y="2868173"/>
            <a:ext cx="222989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2000" b="1" dirty="0" err="1">
                <a:solidFill>
                  <a:schemeClr val="bg1"/>
                </a:solidFill>
                <a:latin typeface="Times New Roman"/>
                <a:cs typeface="Times New Roman"/>
              </a:rPr>
              <a:t>SFpark</a:t>
            </a:r>
            <a:r>
              <a:rPr lang="en-US" altLang="ko-KR" sz="2000" b="1" dirty="0">
                <a:solidFill>
                  <a:schemeClr val="bg1"/>
                </a:solidFill>
                <a:latin typeface="Times New Roman"/>
                <a:cs typeface="Times New Roman"/>
              </a:rPr>
              <a:t>(EUA)</a:t>
            </a:r>
          </a:p>
        </p:txBody>
      </p:sp>
      <p:sp>
        <p:nvSpPr>
          <p:cNvPr id="17" name="직사각형 45">
            <a:extLst>
              <a:ext uri="{FF2B5EF4-FFF2-40B4-BE49-F238E27FC236}">
                <a16:creationId xmlns:a16="http://schemas.microsoft.com/office/drawing/2014/main" id="{D134960B-BD72-29F2-B5A8-51BC14EBD42A}"/>
              </a:ext>
            </a:extLst>
          </p:cNvPr>
          <p:cNvSpPr/>
          <p:nvPr/>
        </p:nvSpPr>
        <p:spPr>
          <a:xfrm>
            <a:off x="2487596" y="2433520"/>
            <a:ext cx="2229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01.</a:t>
            </a:r>
          </a:p>
        </p:txBody>
      </p:sp>
      <p:sp>
        <p:nvSpPr>
          <p:cNvPr id="19" name="TextBox 46">
            <a:extLst>
              <a:ext uri="{FF2B5EF4-FFF2-40B4-BE49-F238E27FC236}">
                <a16:creationId xmlns:a16="http://schemas.microsoft.com/office/drawing/2014/main" id="{338711D4-96B9-8898-09B1-22146F26CFF9}"/>
              </a:ext>
            </a:extLst>
          </p:cNvPr>
          <p:cNvSpPr txBox="1"/>
          <p:nvPr/>
        </p:nvSpPr>
        <p:spPr>
          <a:xfrm>
            <a:off x="4976246" y="3307176"/>
            <a:ext cx="2229899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sensores</a:t>
            </a:r>
            <a:r>
              <a:rPr lang="en-US" sz="18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integrados</a:t>
            </a:r>
            <a:r>
              <a:rPr lang="en-US" sz="1800" dirty="0">
                <a:solidFill>
                  <a:schemeClr val="bg1"/>
                </a:solidFill>
                <a:latin typeface="Times New Roman"/>
                <a:cs typeface="Times New Roman"/>
              </a:rPr>
              <a:t> a </a:t>
            </a:r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plataforma</a:t>
            </a:r>
            <a:r>
              <a:rPr lang="en-US" sz="18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urbana</a:t>
            </a:r>
            <a:endParaRPr lang="en-US" sz="1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altLang="ko-KR" sz="1400" dirty="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1" name="직사각형 47">
            <a:extLst>
              <a:ext uri="{FF2B5EF4-FFF2-40B4-BE49-F238E27FC236}">
                <a16:creationId xmlns:a16="http://schemas.microsoft.com/office/drawing/2014/main" id="{C6FEA6D6-FB16-AF10-2BD4-021AEFD34375}"/>
              </a:ext>
            </a:extLst>
          </p:cNvPr>
          <p:cNvSpPr/>
          <p:nvPr/>
        </p:nvSpPr>
        <p:spPr>
          <a:xfrm>
            <a:off x="4976245" y="2868173"/>
            <a:ext cx="222989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  <a:cs typeface="Times New Roman"/>
              </a:rPr>
              <a:t>Barcelona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23" name="직사각형 48">
            <a:extLst>
              <a:ext uri="{FF2B5EF4-FFF2-40B4-BE49-F238E27FC236}">
                <a16:creationId xmlns:a16="http://schemas.microsoft.com/office/drawing/2014/main" id="{F08DC9DE-5C2D-02B8-DDE7-662C286F5B20}"/>
              </a:ext>
            </a:extLst>
          </p:cNvPr>
          <p:cNvSpPr/>
          <p:nvPr/>
        </p:nvSpPr>
        <p:spPr>
          <a:xfrm>
            <a:off x="4976245" y="2433520"/>
            <a:ext cx="2229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02.</a:t>
            </a:r>
          </a:p>
        </p:txBody>
      </p:sp>
      <p:sp>
        <p:nvSpPr>
          <p:cNvPr id="25" name="TextBox 49">
            <a:extLst>
              <a:ext uri="{FF2B5EF4-FFF2-40B4-BE49-F238E27FC236}">
                <a16:creationId xmlns:a16="http://schemas.microsoft.com/office/drawing/2014/main" id="{46F45ACC-555C-D15E-3089-985236621113}"/>
              </a:ext>
            </a:extLst>
          </p:cNvPr>
          <p:cNvSpPr txBox="1"/>
          <p:nvPr/>
        </p:nvSpPr>
        <p:spPr>
          <a:xfrm>
            <a:off x="7464895" y="3307176"/>
            <a:ext cx="2548535" cy="7232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sem</a:t>
            </a:r>
            <a:r>
              <a:rPr lang="en-US" sz="18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sensoriamento</a:t>
            </a:r>
            <a:r>
              <a:rPr lang="en-US" sz="18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/>
                <a:cs typeface="Times New Roman"/>
              </a:rPr>
              <a:t>físico</a:t>
            </a:r>
            <a:endParaRPr lang="en-US" sz="1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altLang="ko-KR" sz="1400" dirty="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7" name="직사각형 50">
            <a:extLst>
              <a:ext uri="{FF2B5EF4-FFF2-40B4-BE49-F238E27FC236}">
                <a16:creationId xmlns:a16="http://schemas.microsoft.com/office/drawing/2014/main" id="{EA5A9484-357E-903A-5582-284C0A72F376}"/>
              </a:ext>
            </a:extLst>
          </p:cNvPr>
          <p:cNvSpPr/>
          <p:nvPr/>
        </p:nvSpPr>
        <p:spPr>
          <a:xfrm>
            <a:off x="7464894" y="2868173"/>
            <a:ext cx="222989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Times New Roman"/>
                <a:cs typeface="Times New Roman"/>
              </a:rPr>
              <a:t>Zona Azul(SP) </a:t>
            </a:r>
          </a:p>
        </p:txBody>
      </p:sp>
      <p:sp>
        <p:nvSpPr>
          <p:cNvPr id="29" name="직사각형 51">
            <a:extLst>
              <a:ext uri="{FF2B5EF4-FFF2-40B4-BE49-F238E27FC236}">
                <a16:creationId xmlns:a16="http://schemas.microsoft.com/office/drawing/2014/main" id="{90725856-60CA-27D1-8EC6-E88E0C9EFF3F}"/>
              </a:ext>
            </a:extLst>
          </p:cNvPr>
          <p:cNvSpPr/>
          <p:nvPr/>
        </p:nvSpPr>
        <p:spPr>
          <a:xfrm>
            <a:off x="7464894" y="2433520"/>
            <a:ext cx="2229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03.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1A2730E-BEAF-0E25-D754-CBA007B0ECF9}"/>
              </a:ext>
            </a:extLst>
          </p:cNvPr>
          <p:cNvSpPr txBox="1"/>
          <p:nvPr/>
        </p:nvSpPr>
        <p:spPr>
          <a:xfrm>
            <a:off x="2006598" y="1477968"/>
            <a:ext cx="8178802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sz="2800" dirty="0">
                <a:latin typeface="Times New Roman"/>
                <a:cs typeface="Arial"/>
              </a:rPr>
              <a:t>SOLUÇÕES EXISTENTES</a:t>
            </a:r>
            <a:endParaRPr lang="en-US" altLang="ko-KR" sz="28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314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B35E7D4-F703-4B77-AF90-3B4DF376C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12" y="1181100"/>
            <a:ext cx="2277872" cy="4495800"/>
          </a:xfrm>
          <a:prstGeom prst="rect">
            <a:avLst/>
          </a:prstGeom>
          <a:effectLst>
            <a:outerShdw blurRad="38100" sx="101000" sy="101000" algn="ctr" rotWithShape="0">
              <a:prstClr val="black">
                <a:alpha val="23000"/>
              </a:prstClr>
            </a:outerShdw>
          </a:effectLst>
        </p:spPr>
      </p:pic>
      <p:pic>
        <p:nvPicPr>
          <p:cNvPr id="4" name="Espaço Reservado para 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2D0BAE0-8A3F-9875-4BE6-F1E755DF83F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9149" t="2340" r="42340" b="-2340"/>
          <a:stretch>
            <a:fillRect/>
          </a:stretch>
        </p:blipFill>
        <p:spPr>
          <a:xfrm>
            <a:off x="7675032" y="1219200"/>
            <a:ext cx="2146079" cy="4423551"/>
          </a:xfrm>
          <a:prstGeom prst="roundRect">
            <a:avLst>
              <a:gd name="adj" fmla="val 13697"/>
            </a:avLst>
          </a:prstGeom>
          <a:pattFill prst="pct10">
            <a:fgClr>
              <a:prstClr val="white">
                <a:lumMod val="75000"/>
              </a:prstClr>
            </a:fgClr>
            <a:bgClr>
              <a:prstClr val="white">
                <a:lumMod val="95000"/>
              </a:prstClr>
            </a:bgClr>
          </a:patt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882CAF-BB7C-44EE-8F3A-8342CA728D44}"/>
              </a:ext>
            </a:extLst>
          </p:cNvPr>
          <p:cNvSpPr txBox="1"/>
          <p:nvPr/>
        </p:nvSpPr>
        <p:spPr>
          <a:xfrm>
            <a:off x="1352349" y="1886515"/>
            <a:ext cx="4572001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pt-BR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SP-Vaga Inteligente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9CA8637-059B-4385-96F7-6E91ADB88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364" y="1268485"/>
            <a:ext cx="1251403" cy="136982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CEC95DC1-AD66-57BC-2340-51B25B44B2D3}"/>
              </a:ext>
            </a:extLst>
          </p:cNvPr>
          <p:cNvSpPr txBox="1"/>
          <p:nvPr/>
        </p:nvSpPr>
        <p:spPr>
          <a:xfrm>
            <a:off x="1352348" y="2872442"/>
            <a:ext cx="457200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latin typeface="Times New Roman"/>
                <a:cs typeface="Times New Roman"/>
              </a:rPr>
              <a:t>Sensores geomagnéticos embutidos no solo.</a:t>
            </a:r>
          </a:p>
          <a:p>
            <a:endParaRPr lang="en-US" altLang="ko-KR" sz="1400" dirty="0">
              <a:solidFill>
                <a:schemeClr val="bg1"/>
              </a:solidFill>
              <a:latin typeface="Poppins Light"/>
              <a:cs typeface="Poppins Light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B0F486A6-A88E-F3A2-715A-E2D9A4C3A0B0}"/>
              </a:ext>
            </a:extLst>
          </p:cNvPr>
          <p:cNvSpPr txBox="1"/>
          <p:nvPr/>
        </p:nvSpPr>
        <p:spPr>
          <a:xfrm>
            <a:off x="1352349" y="3427479"/>
            <a:ext cx="5056980" cy="9171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Comunicação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NB-IoT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aproveitando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rede cellular.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endParaRPr lang="pt-BR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altLang="ko-KR" sz="1400" dirty="0">
              <a:solidFill>
                <a:schemeClr val="bg1"/>
              </a:solidFill>
              <a:latin typeface="Poppins Light"/>
              <a:cs typeface="Poppins Light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6FE993C1-62D0-B9CE-79BB-F2DDCBFE9064}"/>
              </a:ext>
            </a:extLst>
          </p:cNvPr>
          <p:cNvSpPr txBox="1"/>
          <p:nvPr/>
        </p:nvSpPr>
        <p:spPr>
          <a:xfrm>
            <a:off x="1352348" y="4180071"/>
            <a:ext cx="4990561" cy="11941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latin typeface="Times New Roman"/>
                <a:cs typeface="Times New Roman"/>
              </a:rPr>
              <a:t>Plataforma cloud processa dados e integra  com CAD.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endParaRPr lang="pt-BR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altLang="ko-KR" sz="1400" dirty="0">
              <a:solidFill>
                <a:schemeClr val="bg1"/>
              </a:solidFill>
              <a:latin typeface="Poppins Light"/>
              <a:cs typeface="Poppins Light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F50AEA7D-C503-8A9B-71D8-C823252D9693}"/>
              </a:ext>
            </a:extLst>
          </p:cNvPr>
          <p:cNvSpPr txBox="1"/>
          <p:nvPr/>
        </p:nvSpPr>
        <p:spPr>
          <a:xfrm>
            <a:off x="1389978" y="4942071"/>
            <a:ext cx="4496742" cy="9171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Apps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mostram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vagas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livres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em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tempo real.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endParaRPr lang="pt-BR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altLang="ko-KR" sz="1400" dirty="0">
              <a:solidFill>
                <a:schemeClr val="bg1"/>
              </a:solidFill>
              <a:latin typeface="Poppins Light"/>
              <a:cs typeface="Poppins Light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E26477BA-49B2-823C-407B-037C34178AA4}"/>
              </a:ext>
            </a:extLst>
          </p:cNvPr>
          <p:cNvSpPr txBox="1"/>
          <p:nvPr/>
        </p:nvSpPr>
        <p:spPr>
          <a:xfrm>
            <a:off x="1427608" y="5572368"/>
            <a:ext cx="4496742" cy="9171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Fiscalização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automática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para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evitar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evasão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endParaRPr lang="pt-BR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altLang="ko-KR" sz="1400" dirty="0">
              <a:solidFill>
                <a:schemeClr val="bg1"/>
              </a:solidFill>
              <a:latin typeface="Poppins Light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2265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36EB17-2612-49F0-9B6B-368A711E0F46}"/>
              </a:ext>
            </a:extLst>
          </p:cNvPr>
          <p:cNvSpPr/>
          <p:nvPr/>
        </p:nvSpPr>
        <p:spPr>
          <a:xfrm>
            <a:off x="790220" y="2046515"/>
            <a:ext cx="2503176" cy="3742510"/>
          </a:xfrm>
          <a:prstGeom prst="rect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91376A5-712D-415B-860E-015E72E75CEA}"/>
              </a:ext>
            </a:extLst>
          </p:cNvPr>
          <p:cNvGrpSpPr/>
          <p:nvPr/>
        </p:nvGrpSpPr>
        <p:grpSpPr>
          <a:xfrm>
            <a:off x="9791138" y="3438439"/>
            <a:ext cx="615100" cy="604284"/>
            <a:chOff x="6810557" y="892968"/>
            <a:chExt cx="384524" cy="377762"/>
          </a:xfrm>
          <a:solidFill>
            <a:schemeClr val="bg1"/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98198EC8-44C3-43AF-B09C-4F7495A953D5}"/>
                </a:ext>
              </a:extLst>
            </p:cNvPr>
            <p:cNvSpPr/>
            <p:nvPr/>
          </p:nvSpPr>
          <p:spPr>
            <a:xfrm>
              <a:off x="6810557" y="977836"/>
              <a:ext cx="114300" cy="85725"/>
            </a:xfrm>
            <a:custGeom>
              <a:avLst/>
              <a:gdLst>
                <a:gd name="connsiteX0" fmla="*/ 86106 w 114300"/>
                <a:gd name="connsiteY0" fmla="*/ 7144 h 85725"/>
                <a:gd name="connsiteX1" fmla="*/ 59626 w 114300"/>
                <a:gd name="connsiteY1" fmla="*/ 7144 h 85725"/>
                <a:gd name="connsiteX2" fmla="*/ 33147 w 114300"/>
                <a:gd name="connsiteY2" fmla="*/ 7144 h 85725"/>
                <a:gd name="connsiteX3" fmla="*/ 14764 w 114300"/>
                <a:gd name="connsiteY3" fmla="*/ 14764 h 85725"/>
                <a:gd name="connsiteX4" fmla="*/ 7144 w 114300"/>
                <a:gd name="connsiteY4" fmla="*/ 33147 h 85725"/>
                <a:gd name="connsiteX5" fmla="*/ 7144 w 114300"/>
                <a:gd name="connsiteY5" fmla="*/ 57436 h 85725"/>
                <a:gd name="connsiteX6" fmla="*/ 13145 w 114300"/>
                <a:gd name="connsiteY6" fmla="*/ 67342 h 85725"/>
                <a:gd name="connsiteX7" fmla="*/ 59626 w 114300"/>
                <a:gd name="connsiteY7" fmla="*/ 78581 h 85725"/>
                <a:gd name="connsiteX8" fmla="*/ 106108 w 114300"/>
                <a:gd name="connsiteY8" fmla="*/ 67342 h 85725"/>
                <a:gd name="connsiteX9" fmla="*/ 112109 w 114300"/>
                <a:gd name="connsiteY9" fmla="*/ 57436 h 85725"/>
                <a:gd name="connsiteX10" fmla="*/ 112109 w 114300"/>
                <a:gd name="connsiteY10" fmla="*/ 33147 h 85725"/>
                <a:gd name="connsiteX11" fmla="*/ 104489 w 114300"/>
                <a:gd name="connsiteY11" fmla="*/ 14859 h 85725"/>
                <a:gd name="connsiteX12" fmla="*/ 86106 w 114300"/>
                <a:gd name="connsiteY12" fmla="*/ 7144 h 85725"/>
                <a:gd name="connsiteX13" fmla="*/ 90106 w 114300"/>
                <a:gd name="connsiteY13" fmla="*/ 50483 h 85725"/>
                <a:gd name="connsiteX14" fmla="*/ 59817 w 114300"/>
                <a:gd name="connsiteY14" fmla="*/ 56388 h 85725"/>
                <a:gd name="connsiteX15" fmla="*/ 29527 w 114300"/>
                <a:gd name="connsiteY15" fmla="*/ 50483 h 85725"/>
                <a:gd name="connsiteX16" fmla="*/ 29527 w 114300"/>
                <a:gd name="connsiteY16" fmla="*/ 33338 h 85725"/>
                <a:gd name="connsiteX17" fmla="*/ 33242 w 114300"/>
                <a:gd name="connsiteY17" fmla="*/ 29623 h 85725"/>
                <a:gd name="connsiteX18" fmla="*/ 86201 w 114300"/>
                <a:gd name="connsiteY18" fmla="*/ 29623 h 85725"/>
                <a:gd name="connsiteX19" fmla="*/ 90201 w 114300"/>
                <a:gd name="connsiteY19" fmla="*/ 33338 h 85725"/>
                <a:gd name="connsiteX20" fmla="*/ 90106 w 114300"/>
                <a:gd name="connsiteY20" fmla="*/ 50483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4300" h="85725">
                  <a:moveTo>
                    <a:pt x="86106" y="7144"/>
                  </a:moveTo>
                  <a:cubicBezTo>
                    <a:pt x="77343" y="7144"/>
                    <a:pt x="68485" y="7144"/>
                    <a:pt x="59626" y="7144"/>
                  </a:cubicBezTo>
                  <a:cubicBezTo>
                    <a:pt x="50768" y="7144"/>
                    <a:pt x="41910" y="7144"/>
                    <a:pt x="33147" y="7144"/>
                  </a:cubicBezTo>
                  <a:cubicBezTo>
                    <a:pt x="26194" y="7144"/>
                    <a:pt x="19716" y="9811"/>
                    <a:pt x="14764" y="14764"/>
                  </a:cubicBezTo>
                  <a:cubicBezTo>
                    <a:pt x="9810" y="19717"/>
                    <a:pt x="7144" y="26194"/>
                    <a:pt x="7144" y="33147"/>
                  </a:cubicBezTo>
                  <a:lnTo>
                    <a:pt x="7144" y="57436"/>
                  </a:lnTo>
                  <a:cubicBezTo>
                    <a:pt x="7144" y="61627"/>
                    <a:pt x="9525" y="65437"/>
                    <a:pt x="13145" y="67342"/>
                  </a:cubicBezTo>
                  <a:cubicBezTo>
                    <a:pt x="27432" y="74676"/>
                    <a:pt x="43529" y="78581"/>
                    <a:pt x="59626" y="78581"/>
                  </a:cubicBezTo>
                  <a:cubicBezTo>
                    <a:pt x="75723" y="78581"/>
                    <a:pt x="91821" y="74676"/>
                    <a:pt x="106108" y="67342"/>
                  </a:cubicBezTo>
                  <a:cubicBezTo>
                    <a:pt x="109823" y="65437"/>
                    <a:pt x="112109" y="61627"/>
                    <a:pt x="112109" y="57436"/>
                  </a:cubicBezTo>
                  <a:lnTo>
                    <a:pt x="112109" y="33147"/>
                  </a:lnTo>
                  <a:cubicBezTo>
                    <a:pt x="112109" y="26289"/>
                    <a:pt x="109442" y="19812"/>
                    <a:pt x="104489" y="14859"/>
                  </a:cubicBezTo>
                  <a:cubicBezTo>
                    <a:pt x="99822" y="10001"/>
                    <a:pt x="93059" y="7144"/>
                    <a:pt x="86106" y="7144"/>
                  </a:cubicBezTo>
                  <a:close/>
                  <a:moveTo>
                    <a:pt x="90106" y="50483"/>
                  </a:moveTo>
                  <a:cubicBezTo>
                    <a:pt x="80486" y="54388"/>
                    <a:pt x="70389" y="56388"/>
                    <a:pt x="59817" y="56388"/>
                  </a:cubicBezTo>
                  <a:cubicBezTo>
                    <a:pt x="49244" y="56388"/>
                    <a:pt x="39052" y="54388"/>
                    <a:pt x="29527" y="50483"/>
                  </a:cubicBezTo>
                  <a:lnTo>
                    <a:pt x="29527" y="33338"/>
                  </a:lnTo>
                  <a:cubicBezTo>
                    <a:pt x="29527" y="31337"/>
                    <a:pt x="31242" y="29623"/>
                    <a:pt x="33242" y="29623"/>
                  </a:cubicBezTo>
                  <a:cubicBezTo>
                    <a:pt x="50863" y="29623"/>
                    <a:pt x="68580" y="29623"/>
                    <a:pt x="86201" y="29623"/>
                  </a:cubicBezTo>
                  <a:cubicBezTo>
                    <a:pt x="88201" y="29623"/>
                    <a:pt x="90201" y="31242"/>
                    <a:pt x="90201" y="33338"/>
                  </a:cubicBezTo>
                  <a:lnTo>
                    <a:pt x="90106" y="504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8786CB5D-AF12-40DB-AEC1-DAA3262447A3}"/>
                </a:ext>
              </a:extLst>
            </p:cNvPr>
            <p:cNvSpPr/>
            <p:nvPr/>
          </p:nvSpPr>
          <p:spPr>
            <a:xfrm>
              <a:off x="6824939" y="893349"/>
              <a:ext cx="85725" cy="85725"/>
            </a:xfrm>
            <a:custGeom>
              <a:avLst/>
              <a:gdLst>
                <a:gd name="connsiteX0" fmla="*/ 45434 w 85725"/>
                <a:gd name="connsiteY0" fmla="*/ 83725 h 85725"/>
                <a:gd name="connsiteX1" fmla="*/ 83725 w 85725"/>
                <a:gd name="connsiteY1" fmla="*/ 45434 h 85725"/>
                <a:gd name="connsiteX2" fmla="*/ 45434 w 85725"/>
                <a:gd name="connsiteY2" fmla="*/ 7144 h 85725"/>
                <a:gd name="connsiteX3" fmla="*/ 7144 w 85725"/>
                <a:gd name="connsiteY3" fmla="*/ 45434 h 85725"/>
                <a:gd name="connsiteX4" fmla="*/ 45434 w 85725"/>
                <a:gd name="connsiteY4" fmla="*/ 83725 h 85725"/>
                <a:gd name="connsiteX5" fmla="*/ 45434 w 85725"/>
                <a:gd name="connsiteY5" fmla="*/ 29242 h 85725"/>
                <a:gd name="connsiteX6" fmla="*/ 61532 w 85725"/>
                <a:gd name="connsiteY6" fmla="*/ 45339 h 85725"/>
                <a:gd name="connsiteX7" fmla="*/ 45434 w 85725"/>
                <a:gd name="connsiteY7" fmla="*/ 61436 h 85725"/>
                <a:gd name="connsiteX8" fmla="*/ 29337 w 85725"/>
                <a:gd name="connsiteY8" fmla="*/ 45339 h 85725"/>
                <a:gd name="connsiteX9" fmla="*/ 45434 w 85725"/>
                <a:gd name="connsiteY9" fmla="*/ 29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45434" y="83725"/>
                  </a:moveTo>
                  <a:cubicBezTo>
                    <a:pt x="66580" y="83725"/>
                    <a:pt x="83725" y="66580"/>
                    <a:pt x="83725" y="45434"/>
                  </a:cubicBezTo>
                  <a:cubicBezTo>
                    <a:pt x="83725" y="24289"/>
                    <a:pt x="66580" y="7144"/>
                    <a:pt x="45434" y="7144"/>
                  </a:cubicBezTo>
                  <a:cubicBezTo>
                    <a:pt x="24289" y="7144"/>
                    <a:pt x="7144" y="24289"/>
                    <a:pt x="7144" y="45434"/>
                  </a:cubicBezTo>
                  <a:cubicBezTo>
                    <a:pt x="7144" y="66580"/>
                    <a:pt x="24289" y="83725"/>
                    <a:pt x="45434" y="83725"/>
                  </a:cubicBezTo>
                  <a:close/>
                  <a:moveTo>
                    <a:pt x="45434" y="29242"/>
                  </a:moveTo>
                  <a:cubicBezTo>
                    <a:pt x="54293" y="29242"/>
                    <a:pt x="61532" y="36481"/>
                    <a:pt x="61532" y="45339"/>
                  </a:cubicBezTo>
                  <a:cubicBezTo>
                    <a:pt x="61532" y="54197"/>
                    <a:pt x="54293" y="61436"/>
                    <a:pt x="45434" y="61436"/>
                  </a:cubicBezTo>
                  <a:cubicBezTo>
                    <a:pt x="36576" y="61436"/>
                    <a:pt x="29337" y="54197"/>
                    <a:pt x="29337" y="45339"/>
                  </a:cubicBezTo>
                  <a:cubicBezTo>
                    <a:pt x="29337" y="36481"/>
                    <a:pt x="36576" y="29242"/>
                    <a:pt x="45434" y="292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1D6ABC49-76C9-4374-A04E-7CCBD3E2B121}"/>
                </a:ext>
              </a:extLst>
            </p:cNvPr>
            <p:cNvSpPr/>
            <p:nvPr/>
          </p:nvSpPr>
          <p:spPr>
            <a:xfrm>
              <a:off x="6937906" y="892968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95250 w 257175"/>
                <a:gd name="connsiteY9" fmla="*/ 51530 h 76200"/>
                <a:gd name="connsiteX10" fmla="*/ 29337 w 257175"/>
                <a:gd name="connsiteY10" fmla="*/ 51530 h 76200"/>
                <a:gd name="connsiteX11" fmla="*/ 29337 w 257175"/>
                <a:gd name="connsiteY11" fmla="*/ 29337 h 76200"/>
                <a:gd name="connsiteX12" fmla="*/ 95250 w 257175"/>
                <a:gd name="connsiteY12" fmla="*/ 29337 h 76200"/>
                <a:gd name="connsiteX13" fmla="*/ 95250 w 257175"/>
                <a:gd name="connsiteY13" fmla="*/ 51530 h 76200"/>
                <a:gd name="connsiteX14" fmla="*/ 236601 w 257175"/>
                <a:gd name="connsiteY14" fmla="*/ 51530 h 76200"/>
                <a:gd name="connsiteX15" fmla="*/ 117443 w 257175"/>
                <a:gd name="connsiteY15" fmla="*/ 51530 h 76200"/>
                <a:gd name="connsiteX16" fmla="*/ 117443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1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95250" y="51530"/>
                  </a:moveTo>
                  <a:lnTo>
                    <a:pt x="29337" y="51530"/>
                  </a:lnTo>
                  <a:lnTo>
                    <a:pt x="29337" y="29337"/>
                  </a:lnTo>
                  <a:lnTo>
                    <a:pt x="95250" y="29337"/>
                  </a:lnTo>
                  <a:lnTo>
                    <a:pt x="95250" y="51530"/>
                  </a:lnTo>
                  <a:close/>
                  <a:moveTo>
                    <a:pt x="236601" y="51530"/>
                  </a:moveTo>
                  <a:lnTo>
                    <a:pt x="117443" y="51530"/>
                  </a:lnTo>
                  <a:lnTo>
                    <a:pt x="117443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179156CC-50D6-415E-82B3-26C578AD324D}"/>
                </a:ext>
              </a:extLst>
            </p:cNvPr>
            <p:cNvSpPr/>
            <p:nvPr/>
          </p:nvSpPr>
          <p:spPr>
            <a:xfrm>
              <a:off x="6810557" y="1185005"/>
              <a:ext cx="114300" cy="85725"/>
            </a:xfrm>
            <a:custGeom>
              <a:avLst/>
              <a:gdLst>
                <a:gd name="connsiteX0" fmla="*/ 86106 w 114300"/>
                <a:gd name="connsiteY0" fmla="*/ 7144 h 85725"/>
                <a:gd name="connsiteX1" fmla="*/ 59626 w 114300"/>
                <a:gd name="connsiteY1" fmla="*/ 7144 h 85725"/>
                <a:gd name="connsiteX2" fmla="*/ 33147 w 114300"/>
                <a:gd name="connsiteY2" fmla="*/ 7144 h 85725"/>
                <a:gd name="connsiteX3" fmla="*/ 14764 w 114300"/>
                <a:gd name="connsiteY3" fmla="*/ 14764 h 85725"/>
                <a:gd name="connsiteX4" fmla="*/ 7144 w 114300"/>
                <a:gd name="connsiteY4" fmla="*/ 33147 h 85725"/>
                <a:gd name="connsiteX5" fmla="*/ 7144 w 114300"/>
                <a:gd name="connsiteY5" fmla="*/ 57436 h 85725"/>
                <a:gd name="connsiteX6" fmla="*/ 13145 w 114300"/>
                <a:gd name="connsiteY6" fmla="*/ 67342 h 85725"/>
                <a:gd name="connsiteX7" fmla="*/ 59626 w 114300"/>
                <a:gd name="connsiteY7" fmla="*/ 78581 h 85725"/>
                <a:gd name="connsiteX8" fmla="*/ 106108 w 114300"/>
                <a:gd name="connsiteY8" fmla="*/ 67342 h 85725"/>
                <a:gd name="connsiteX9" fmla="*/ 112109 w 114300"/>
                <a:gd name="connsiteY9" fmla="*/ 57436 h 85725"/>
                <a:gd name="connsiteX10" fmla="*/ 112109 w 114300"/>
                <a:gd name="connsiteY10" fmla="*/ 33147 h 85725"/>
                <a:gd name="connsiteX11" fmla="*/ 104489 w 114300"/>
                <a:gd name="connsiteY11" fmla="*/ 14859 h 85725"/>
                <a:gd name="connsiteX12" fmla="*/ 86106 w 114300"/>
                <a:gd name="connsiteY12" fmla="*/ 7144 h 85725"/>
                <a:gd name="connsiteX13" fmla="*/ 90106 w 114300"/>
                <a:gd name="connsiteY13" fmla="*/ 50387 h 85725"/>
                <a:gd name="connsiteX14" fmla="*/ 59817 w 114300"/>
                <a:gd name="connsiteY14" fmla="*/ 56388 h 85725"/>
                <a:gd name="connsiteX15" fmla="*/ 29527 w 114300"/>
                <a:gd name="connsiteY15" fmla="*/ 50387 h 85725"/>
                <a:gd name="connsiteX16" fmla="*/ 29527 w 114300"/>
                <a:gd name="connsiteY16" fmla="*/ 33147 h 85725"/>
                <a:gd name="connsiteX17" fmla="*/ 33242 w 114300"/>
                <a:gd name="connsiteY17" fmla="*/ 29432 h 85725"/>
                <a:gd name="connsiteX18" fmla="*/ 59721 w 114300"/>
                <a:gd name="connsiteY18" fmla="*/ 29432 h 85725"/>
                <a:gd name="connsiteX19" fmla="*/ 86201 w 114300"/>
                <a:gd name="connsiteY19" fmla="*/ 29432 h 85725"/>
                <a:gd name="connsiteX20" fmla="*/ 90201 w 114300"/>
                <a:gd name="connsiteY20" fmla="*/ 33147 h 85725"/>
                <a:gd name="connsiteX21" fmla="*/ 90106 w 114300"/>
                <a:gd name="connsiteY21" fmla="*/ 50387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4300" h="85725">
                  <a:moveTo>
                    <a:pt x="86106" y="7144"/>
                  </a:moveTo>
                  <a:cubicBezTo>
                    <a:pt x="77343" y="7144"/>
                    <a:pt x="68485" y="7144"/>
                    <a:pt x="59626" y="7144"/>
                  </a:cubicBezTo>
                  <a:cubicBezTo>
                    <a:pt x="50768" y="7144"/>
                    <a:pt x="41910" y="7144"/>
                    <a:pt x="33147" y="7144"/>
                  </a:cubicBezTo>
                  <a:cubicBezTo>
                    <a:pt x="26194" y="7144"/>
                    <a:pt x="19716" y="9811"/>
                    <a:pt x="14764" y="14764"/>
                  </a:cubicBezTo>
                  <a:cubicBezTo>
                    <a:pt x="9810" y="19717"/>
                    <a:pt x="7144" y="26194"/>
                    <a:pt x="7144" y="33147"/>
                  </a:cubicBezTo>
                  <a:lnTo>
                    <a:pt x="7144" y="57436"/>
                  </a:lnTo>
                  <a:cubicBezTo>
                    <a:pt x="7144" y="61627"/>
                    <a:pt x="9525" y="65437"/>
                    <a:pt x="13145" y="67342"/>
                  </a:cubicBezTo>
                  <a:cubicBezTo>
                    <a:pt x="27432" y="74676"/>
                    <a:pt x="43529" y="78581"/>
                    <a:pt x="59626" y="78581"/>
                  </a:cubicBezTo>
                  <a:cubicBezTo>
                    <a:pt x="75819" y="78581"/>
                    <a:pt x="91821" y="74676"/>
                    <a:pt x="106108" y="67342"/>
                  </a:cubicBezTo>
                  <a:cubicBezTo>
                    <a:pt x="109823" y="65437"/>
                    <a:pt x="112109" y="61627"/>
                    <a:pt x="112109" y="57436"/>
                  </a:cubicBezTo>
                  <a:lnTo>
                    <a:pt x="112109" y="33147"/>
                  </a:lnTo>
                  <a:cubicBezTo>
                    <a:pt x="112109" y="26289"/>
                    <a:pt x="109442" y="19812"/>
                    <a:pt x="104489" y="14859"/>
                  </a:cubicBezTo>
                  <a:cubicBezTo>
                    <a:pt x="99822" y="10001"/>
                    <a:pt x="93059" y="7144"/>
                    <a:pt x="86106" y="7144"/>
                  </a:cubicBezTo>
                  <a:close/>
                  <a:moveTo>
                    <a:pt x="90106" y="50387"/>
                  </a:moveTo>
                  <a:cubicBezTo>
                    <a:pt x="80486" y="54388"/>
                    <a:pt x="70389" y="56388"/>
                    <a:pt x="59817" y="56388"/>
                  </a:cubicBezTo>
                  <a:cubicBezTo>
                    <a:pt x="49244" y="56388"/>
                    <a:pt x="39052" y="54388"/>
                    <a:pt x="29527" y="50387"/>
                  </a:cubicBezTo>
                  <a:lnTo>
                    <a:pt x="29527" y="33147"/>
                  </a:lnTo>
                  <a:cubicBezTo>
                    <a:pt x="29527" y="31147"/>
                    <a:pt x="31242" y="29432"/>
                    <a:pt x="33242" y="29432"/>
                  </a:cubicBezTo>
                  <a:cubicBezTo>
                    <a:pt x="42005" y="29432"/>
                    <a:pt x="50863" y="29432"/>
                    <a:pt x="59721" y="29432"/>
                  </a:cubicBezTo>
                  <a:cubicBezTo>
                    <a:pt x="68580" y="29432"/>
                    <a:pt x="77438" y="29432"/>
                    <a:pt x="86201" y="29432"/>
                  </a:cubicBezTo>
                  <a:cubicBezTo>
                    <a:pt x="88201" y="29432"/>
                    <a:pt x="90201" y="31051"/>
                    <a:pt x="90201" y="33147"/>
                  </a:cubicBezTo>
                  <a:lnTo>
                    <a:pt x="90106" y="503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9E854496-E614-4977-A478-5ECEDA46F1EE}"/>
                </a:ext>
              </a:extLst>
            </p:cNvPr>
            <p:cNvSpPr/>
            <p:nvPr/>
          </p:nvSpPr>
          <p:spPr>
            <a:xfrm>
              <a:off x="6824939" y="1100518"/>
              <a:ext cx="85725" cy="85725"/>
            </a:xfrm>
            <a:custGeom>
              <a:avLst/>
              <a:gdLst>
                <a:gd name="connsiteX0" fmla="*/ 83725 w 85725"/>
                <a:gd name="connsiteY0" fmla="*/ 45434 h 85725"/>
                <a:gd name="connsiteX1" fmla="*/ 45434 w 85725"/>
                <a:gd name="connsiteY1" fmla="*/ 7144 h 85725"/>
                <a:gd name="connsiteX2" fmla="*/ 7144 w 85725"/>
                <a:gd name="connsiteY2" fmla="*/ 45434 h 85725"/>
                <a:gd name="connsiteX3" fmla="*/ 45434 w 85725"/>
                <a:gd name="connsiteY3" fmla="*/ 83725 h 85725"/>
                <a:gd name="connsiteX4" fmla="*/ 83725 w 85725"/>
                <a:gd name="connsiteY4" fmla="*/ 45434 h 85725"/>
                <a:gd name="connsiteX5" fmla="*/ 29337 w 85725"/>
                <a:gd name="connsiteY5" fmla="*/ 45434 h 85725"/>
                <a:gd name="connsiteX6" fmla="*/ 45434 w 85725"/>
                <a:gd name="connsiteY6" fmla="*/ 29337 h 85725"/>
                <a:gd name="connsiteX7" fmla="*/ 61532 w 85725"/>
                <a:gd name="connsiteY7" fmla="*/ 45434 h 85725"/>
                <a:gd name="connsiteX8" fmla="*/ 45434 w 85725"/>
                <a:gd name="connsiteY8" fmla="*/ 61531 h 85725"/>
                <a:gd name="connsiteX9" fmla="*/ 29337 w 85725"/>
                <a:gd name="connsiteY9" fmla="*/ 4543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83725" y="45434"/>
                  </a:moveTo>
                  <a:cubicBezTo>
                    <a:pt x="83725" y="24289"/>
                    <a:pt x="66580" y="7144"/>
                    <a:pt x="45434" y="7144"/>
                  </a:cubicBezTo>
                  <a:cubicBezTo>
                    <a:pt x="24289" y="7144"/>
                    <a:pt x="7144" y="24289"/>
                    <a:pt x="7144" y="45434"/>
                  </a:cubicBezTo>
                  <a:cubicBezTo>
                    <a:pt x="7144" y="66580"/>
                    <a:pt x="24289" y="83725"/>
                    <a:pt x="45434" y="83725"/>
                  </a:cubicBezTo>
                  <a:cubicBezTo>
                    <a:pt x="66580" y="83725"/>
                    <a:pt x="83725" y="66484"/>
                    <a:pt x="83725" y="45434"/>
                  </a:cubicBezTo>
                  <a:close/>
                  <a:moveTo>
                    <a:pt x="29337" y="45434"/>
                  </a:moveTo>
                  <a:cubicBezTo>
                    <a:pt x="29337" y="36576"/>
                    <a:pt x="36576" y="29337"/>
                    <a:pt x="45434" y="29337"/>
                  </a:cubicBezTo>
                  <a:cubicBezTo>
                    <a:pt x="54293" y="29337"/>
                    <a:pt x="61532" y="36576"/>
                    <a:pt x="61532" y="45434"/>
                  </a:cubicBezTo>
                  <a:cubicBezTo>
                    <a:pt x="61532" y="54292"/>
                    <a:pt x="54293" y="61531"/>
                    <a:pt x="45434" y="61531"/>
                  </a:cubicBezTo>
                  <a:cubicBezTo>
                    <a:pt x="36576" y="61531"/>
                    <a:pt x="29337" y="54292"/>
                    <a:pt x="29337" y="45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5687AB0E-FB2F-4783-99FC-1253B9A99255}"/>
                </a:ext>
              </a:extLst>
            </p:cNvPr>
            <p:cNvSpPr/>
            <p:nvPr/>
          </p:nvSpPr>
          <p:spPr>
            <a:xfrm>
              <a:off x="6937906" y="982503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157448 w 257175"/>
                <a:gd name="connsiteY9" fmla="*/ 51530 h 76200"/>
                <a:gd name="connsiteX10" fmla="*/ 29432 w 257175"/>
                <a:gd name="connsiteY10" fmla="*/ 51530 h 76200"/>
                <a:gd name="connsiteX11" fmla="*/ 29432 w 257175"/>
                <a:gd name="connsiteY11" fmla="*/ 29337 h 76200"/>
                <a:gd name="connsiteX12" fmla="*/ 157448 w 257175"/>
                <a:gd name="connsiteY12" fmla="*/ 29337 h 76200"/>
                <a:gd name="connsiteX13" fmla="*/ 157448 w 257175"/>
                <a:gd name="connsiteY13" fmla="*/ 51530 h 76200"/>
                <a:gd name="connsiteX14" fmla="*/ 236601 w 257175"/>
                <a:gd name="connsiteY14" fmla="*/ 51530 h 76200"/>
                <a:gd name="connsiteX15" fmla="*/ 179641 w 257175"/>
                <a:gd name="connsiteY15" fmla="*/ 51530 h 76200"/>
                <a:gd name="connsiteX16" fmla="*/ 179641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1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157448" y="51530"/>
                  </a:moveTo>
                  <a:lnTo>
                    <a:pt x="29432" y="51530"/>
                  </a:lnTo>
                  <a:lnTo>
                    <a:pt x="29432" y="29337"/>
                  </a:lnTo>
                  <a:lnTo>
                    <a:pt x="157448" y="29337"/>
                  </a:lnTo>
                  <a:lnTo>
                    <a:pt x="157448" y="51530"/>
                  </a:lnTo>
                  <a:close/>
                  <a:moveTo>
                    <a:pt x="236601" y="51530"/>
                  </a:moveTo>
                  <a:lnTo>
                    <a:pt x="179641" y="51530"/>
                  </a:lnTo>
                  <a:lnTo>
                    <a:pt x="179641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7E602AE-2673-43F0-83B3-AEBC19E38792}"/>
                </a:ext>
              </a:extLst>
            </p:cNvPr>
            <p:cNvSpPr/>
            <p:nvPr/>
          </p:nvSpPr>
          <p:spPr>
            <a:xfrm>
              <a:off x="6937906" y="1099470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29432 w 257175"/>
                <a:gd name="connsiteY9" fmla="*/ 29337 h 76200"/>
                <a:gd name="connsiteX10" fmla="*/ 53149 w 257175"/>
                <a:gd name="connsiteY10" fmla="*/ 29337 h 76200"/>
                <a:gd name="connsiteX11" fmla="*/ 53149 w 257175"/>
                <a:gd name="connsiteY11" fmla="*/ 51530 h 76200"/>
                <a:gd name="connsiteX12" fmla="*/ 29432 w 257175"/>
                <a:gd name="connsiteY12" fmla="*/ 51530 h 76200"/>
                <a:gd name="connsiteX13" fmla="*/ 29432 w 257175"/>
                <a:gd name="connsiteY13" fmla="*/ 29337 h 76200"/>
                <a:gd name="connsiteX14" fmla="*/ 236601 w 257175"/>
                <a:gd name="connsiteY14" fmla="*/ 51530 h 76200"/>
                <a:gd name="connsiteX15" fmla="*/ 75247 w 257175"/>
                <a:gd name="connsiteY15" fmla="*/ 51530 h 76200"/>
                <a:gd name="connsiteX16" fmla="*/ 75247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0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29432" y="29337"/>
                  </a:moveTo>
                  <a:lnTo>
                    <a:pt x="53149" y="29337"/>
                  </a:lnTo>
                  <a:lnTo>
                    <a:pt x="53149" y="51530"/>
                  </a:lnTo>
                  <a:lnTo>
                    <a:pt x="29432" y="51530"/>
                  </a:lnTo>
                  <a:lnTo>
                    <a:pt x="29432" y="29337"/>
                  </a:lnTo>
                  <a:close/>
                  <a:moveTo>
                    <a:pt x="236601" y="51530"/>
                  </a:moveTo>
                  <a:lnTo>
                    <a:pt x="75247" y="51530"/>
                  </a:lnTo>
                  <a:lnTo>
                    <a:pt x="75247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BC1549F2-ACF8-4544-A2B2-2D612AB9EA92}"/>
                </a:ext>
              </a:extLst>
            </p:cNvPr>
            <p:cNvSpPr/>
            <p:nvPr/>
          </p:nvSpPr>
          <p:spPr>
            <a:xfrm>
              <a:off x="6937906" y="1189005"/>
              <a:ext cx="257175" cy="76200"/>
            </a:xfrm>
            <a:custGeom>
              <a:avLst/>
              <a:gdLst>
                <a:gd name="connsiteX0" fmla="*/ 247745 w 257175"/>
                <a:gd name="connsiteY0" fmla="*/ 7144 h 76200"/>
                <a:gd name="connsiteX1" fmla="*/ 18288 w 257175"/>
                <a:gd name="connsiteY1" fmla="*/ 7144 h 76200"/>
                <a:gd name="connsiteX2" fmla="*/ 7144 w 257175"/>
                <a:gd name="connsiteY2" fmla="*/ 18288 h 76200"/>
                <a:gd name="connsiteX3" fmla="*/ 7144 w 257175"/>
                <a:gd name="connsiteY3" fmla="*/ 62675 h 76200"/>
                <a:gd name="connsiteX4" fmla="*/ 18288 w 257175"/>
                <a:gd name="connsiteY4" fmla="*/ 73819 h 76200"/>
                <a:gd name="connsiteX5" fmla="*/ 247745 w 257175"/>
                <a:gd name="connsiteY5" fmla="*/ 73819 h 76200"/>
                <a:gd name="connsiteX6" fmla="*/ 258889 w 257175"/>
                <a:gd name="connsiteY6" fmla="*/ 62675 h 76200"/>
                <a:gd name="connsiteX7" fmla="*/ 258889 w 257175"/>
                <a:gd name="connsiteY7" fmla="*/ 18288 h 76200"/>
                <a:gd name="connsiteX8" fmla="*/ 247745 w 257175"/>
                <a:gd name="connsiteY8" fmla="*/ 7144 h 76200"/>
                <a:gd name="connsiteX9" fmla="*/ 29432 w 257175"/>
                <a:gd name="connsiteY9" fmla="*/ 29337 h 76200"/>
                <a:gd name="connsiteX10" fmla="*/ 192214 w 257175"/>
                <a:gd name="connsiteY10" fmla="*/ 29337 h 76200"/>
                <a:gd name="connsiteX11" fmla="*/ 192214 w 257175"/>
                <a:gd name="connsiteY11" fmla="*/ 51530 h 76200"/>
                <a:gd name="connsiteX12" fmla="*/ 29432 w 257175"/>
                <a:gd name="connsiteY12" fmla="*/ 51530 h 76200"/>
                <a:gd name="connsiteX13" fmla="*/ 29432 w 257175"/>
                <a:gd name="connsiteY13" fmla="*/ 29337 h 76200"/>
                <a:gd name="connsiteX14" fmla="*/ 236601 w 257175"/>
                <a:gd name="connsiteY14" fmla="*/ 51530 h 76200"/>
                <a:gd name="connsiteX15" fmla="*/ 214408 w 257175"/>
                <a:gd name="connsiteY15" fmla="*/ 51530 h 76200"/>
                <a:gd name="connsiteX16" fmla="*/ 214408 w 257175"/>
                <a:gd name="connsiteY16" fmla="*/ 29337 h 76200"/>
                <a:gd name="connsiteX17" fmla="*/ 236601 w 257175"/>
                <a:gd name="connsiteY17" fmla="*/ 29337 h 76200"/>
                <a:gd name="connsiteX18" fmla="*/ 236601 w 257175"/>
                <a:gd name="connsiteY18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175" h="76200">
                  <a:moveTo>
                    <a:pt x="247745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0"/>
                    <a:pt x="12096" y="73819"/>
                    <a:pt x="18288" y="73819"/>
                  </a:cubicBezTo>
                  <a:lnTo>
                    <a:pt x="247745" y="73819"/>
                  </a:lnTo>
                  <a:cubicBezTo>
                    <a:pt x="253841" y="73819"/>
                    <a:pt x="258889" y="68866"/>
                    <a:pt x="258889" y="62675"/>
                  </a:cubicBezTo>
                  <a:lnTo>
                    <a:pt x="258889" y="18288"/>
                  </a:lnTo>
                  <a:cubicBezTo>
                    <a:pt x="258794" y="12097"/>
                    <a:pt x="253841" y="7144"/>
                    <a:pt x="247745" y="7144"/>
                  </a:cubicBezTo>
                  <a:close/>
                  <a:moveTo>
                    <a:pt x="29432" y="29337"/>
                  </a:moveTo>
                  <a:lnTo>
                    <a:pt x="192214" y="29337"/>
                  </a:lnTo>
                  <a:lnTo>
                    <a:pt x="192214" y="51530"/>
                  </a:lnTo>
                  <a:lnTo>
                    <a:pt x="29432" y="51530"/>
                  </a:lnTo>
                  <a:lnTo>
                    <a:pt x="29432" y="29337"/>
                  </a:lnTo>
                  <a:close/>
                  <a:moveTo>
                    <a:pt x="236601" y="51530"/>
                  </a:moveTo>
                  <a:lnTo>
                    <a:pt x="214408" y="51530"/>
                  </a:lnTo>
                  <a:lnTo>
                    <a:pt x="214408" y="29337"/>
                  </a:lnTo>
                  <a:lnTo>
                    <a:pt x="236601" y="29337"/>
                  </a:lnTo>
                  <a:lnTo>
                    <a:pt x="236601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A03A52D-DB1B-4616-91EE-17F0E8180EE0}"/>
              </a:ext>
            </a:extLst>
          </p:cNvPr>
          <p:cNvSpPr txBox="1"/>
          <p:nvPr/>
        </p:nvSpPr>
        <p:spPr>
          <a:xfrm>
            <a:off x="1010270" y="5011233"/>
            <a:ext cx="226096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Times New Roman"/>
                <a:cs typeface="Times New Roman"/>
              </a:rPr>
              <a:t>Sensores magnéticos + radar</a:t>
            </a:r>
            <a:endParaRPr lang="pt-BR" altLang="ko-KR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170E53-274E-4FE9-ACC1-30B47D5F840B}"/>
              </a:ext>
            </a:extLst>
          </p:cNvPr>
          <p:cNvSpPr/>
          <p:nvPr/>
        </p:nvSpPr>
        <p:spPr>
          <a:xfrm>
            <a:off x="1000111" y="4293643"/>
            <a:ext cx="2071376" cy="646331"/>
          </a:xfrm>
          <a:prstGeom prst="rect">
            <a:avLst/>
          </a:prstGeom>
        </p:spPr>
        <p:txBody>
          <a:bodyPr wrap="square" lIns="91440" tIns="45720" rIns="91440" bIns="45720" anchor="t" anchorCtr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Camada</a:t>
            </a:r>
            <a:r>
              <a:rPr lang="en-US" altLang="ko-KR" dirty="0">
                <a:solidFill>
                  <a:schemeClr val="bg1"/>
                </a:solidFill>
                <a:latin typeface="+mj-lt"/>
                <a:cs typeface="Poppins SemiBold"/>
              </a:rPr>
              <a:t> de </a:t>
            </a:r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Percepção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BC2BFE-D5DC-44E2-8D4C-50099FF49837}"/>
              </a:ext>
            </a:extLst>
          </p:cNvPr>
          <p:cNvSpPr/>
          <p:nvPr/>
        </p:nvSpPr>
        <p:spPr>
          <a:xfrm>
            <a:off x="3489141" y="2046515"/>
            <a:ext cx="2503176" cy="3742510"/>
          </a:xfrm>
          <a:prstGeom prst="rect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B8C4A36-11B1-4829-8555-85FDD9193059}"/>
              </a:ext>
            </a:extLst>
          </p:cNvPr>
          <p:cNvGrpSpPr/>
          <p:nvPr/>
        </p:nvGrpSpPr>
        <p:grpSpPr>
          <a:xfrm>
            <a:off x="4430162" y="3437384"/>
            <a:ext cx="620738" cy="626714"/>
            <a:chOff x="5449339" y="2217420"/>
            <a:chExt cx="388048" cy="391784"/>
          </a:xfrm>
          <a:solidFill>
            <a:schemeClr val="bg1"/>
          </a:solidFill>
        </p:grpSpPr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9B719A58-21F8-4043-8817-3CC2400BBC50}"/>
                </a:ext>
              </a:extLst>
            </p:cNvPr>
            <p:cNvSpPr/>
            <p:nvPr/>
          </p:nvSpPr>
          <p:spPr>
            <a:xfrm>
              <a:off x="5561162" y="2217420"/>
              <a:ext cx="276225" cy="361950"/>
            </a:xfrm>
            <a:custGeom>
              <a:avLst/>
              <a:gdLst>
                <a:gd name="connsiteX0" fmla="*/ 263366 w 276225"/>
                <a:gd name="connsiteY0" fmla="*/ 96107 h 361950"/>
                <a:gd name="connsiteX1" fmla="*/ 230029 w 276225"/>
                <a:gd name="connsiteY1" fmla="*/ 96107 h 361950"/>
                <a:gd name="connsiteX2" fmla="*/ 230029 w 276225"/>
                <a:gd name="connsiteY2" fmla="*/ 40576 h 361950"/>
                <a:gd name="connsiteX3" fmla="*/ 218885 w 276225"/>
                <a:gd name="connsiteY3" fmla="*/ 29432 h 361950"/>
                <a:gd name="connsiteX4" fmla="*/ 73818 w 276225"/>
                <a:gd name="connsiteY4" fmla="*/ 29432 h 361950"/>
                <a:gd name="connsiteX5" fmla="*/ 73818 w 276225"/>
                <a:gd name="connsiteY5" fmla="*/ 18288 h 361950"/>
                <a:gd name="connsiteX6" fmla="*/ 62674 w 276225"/>
                <a:gd name="connsiteY6" fmla="*/ 7144 h 361950"/>
                <a:gd name="connsiteX7" fmla="*/ 18288 w 276225"/>
                <a:gd name="connsiteY7" fmla="*/ 7144 h 361950"/>
                <a:gd name="connsiteX8" fmla="*/ 7144 w 276225"/>
                <a:gd name="connsiteY8" fmla="*/ 18288 h 361950"/>
                <a:gd name="connsiteX9" fmla="*/ 7144 w 276225"/>
                <a:gd name="connsiteY9" fmla="*/ 62675 h 361950"/>
                <a:gd name="connsiteX10" fmla="*/ 18288 w 276225"/>
                <a:gd name="connsiteY10" fmla="*/ 73819 h 361950"/>
                <a:gd name="connsiteX11" fmla="*/ 62674 w 276225"/>
                <a:gd name="connsiteY11" fmla="*/ 73819 h 361950"/>
                <a:gd name="connsiteX12" fmla="*/ 73818 w 276225"/>
                <a:gd name="connsiteY12" fmla="*/ 62675 h 361950"/>
                <a:gd name="connsiteX13" fmla="*/ 73818 w 276225"/>
                <a:gd name="connsiteY13" fmla="*/ 51530 h 361950"/>
                <a:gd name="connsiteX14" fmla="*/ 207740 w 276225"/>
                <a:gd name="connsiteY14" fmla="*/ 51530 h 361950"/>
                <a:gd name="connsiteX15" fmla="*/ 207740 w 276225"/>
                <a:gd name="connsiteY15" fmla="*/ 95917 h 361950"/>
                <a:gd name="connsiteX16" fmla="*/ 174402 w 276225"/>
                <a:gd name="connsiteY16" fmla="*/ 95917 h 361950"/>
                <a:gd name="connsiteX17" fmla="*/ 163258 w 276225"/>
                <a:gd name="connsiteY17" fmla="*/ 107061 h 361950"/>
                <a:gd name="connsiteX18" fmla="*/ 163258 w 276225"/>
                <a:gd name="connsiteY18" fmla="*/ 263938 h 361950"/>
                <a:gd name="connsiteX19" fmla="*/ 174402 w 276225"/>
                <a:gd name="connsiteY19" fmla="*/ 275082 h 361950"/>
                <a:gd name="connsiteX20" fmla="*/ 207740 w 276225"/>
                <a:gd name="connsiteY20" fmla="*/ 275082 h 361950"/>
                <a:gd name="connsiteX21" fmla="*/ 207740 w 276225"/>
                <a:gd name="connsiteY21" fmla="*/ 319468 h 361950"/>
                <a:gd name="connsiteX22" fmla="*/ 185547 w 276225"/>
                <a:gd name="connsiteY22" fmla="*/ 319468 h 361950"/>
                <a:gd name="connsiteX23" fmla="*/ 185547 w 276225"/>
                <a:gd name="connsiteY23" fmla="*/ 308324 h 361950"/>
                <a:gd name="connsiteX24" fmla="*/ 174402 w 276225"/>
                <a:gd name="connsiteY24" fmla="*/ 297180 h 361950"/>
                <a:gd name="connsiteX25" fmla="*/ 130016 w 276225"/>
                <a:gd name="connsiteY25" fmla="*/ 297180 h 361950"/>
                <a:gd name="connsiteX26" fmla="*/ 118872 w 276225"/>
                <a:gd name="connsiteY26" fmla="*/ 308324 h 361950"/>
                <a:gd name="connsiteX27" fmla="*/ 118872 w 276225"/>
                <a:gd name="connsiteY27" fmla="*/ 352711 h 361950"/>
                <a:gd name="connsiteX28" fmla="*/ 130016 w 276225"/>
                <a:gd name="connsiteY28" fmla="*/ 363855 h 361950"/>
                <a:gd name="connsiteX29" fmla="*/ 174402 w 276225"/>
                <a:gd name="connsiteY29" fmla="*/ 363855 h 361950"/>
                <a:gd name="connsiteX30" fmla="*/ 185547 w 276225"/>
                <a:gd name="connsiteY30" fmla="*/ 352711 h 361950"/>
                <a:gd name="connsiteX31" fmla="*/ 185547 w 276225"/>
                <a:gd name="connsiteY31" fmla="*/ 341567 h 361950"/>
                <a:gd name="connsiteX32" fmla="*/ 218885 w 276225"/>
                <a:gd name="connsiteY32" fmla="*/ 341567 h 361950"/>
                <a:gd name="connsiteX33" fmla="*/ 230029 w 276225"/>
                <a:gd name="connsiteY33" fmla="*/ 330422 h 361950"/>
                <a:gd name="connsiteX34" fmla="*/ 230029 w 276225"/>
                <a:gd name="connsiteY34" fmla="*/ 274892 h 361950"/>
                <a:gd name="connsiteX35" fmla="*/ 263366 w 276225"/>
                <a:gd name="connsiteY35" fmla="*/ 274892 h 361950"/>
                <a:gd name="connsiteX36" fmla="*/ 274510 w 276225"/>
                <a:gd name="connsiteY36" fmla="*/ 263747 h 361950"/>
                <a:gd name="connsiteX37" fmla="*/ 274510 w 276225"/>
                <a:gd name="connsiteY37" fmla="*/ 106871 h 361950"/>
                <a:gd name="connsiteX38" fmla="*/ 263366 w 276225"/>
                <a:gd name="connsiteY38" fmla="*/ 96107 h 361950"/>
                <a:gd name="connsiteX39" fmla="*/ 51721 w 276225"/>
                <a:gd name="connsiteY39" fmla="*/ 51721 h 361950"/>
                <a:gd name="connsiteX40" fmla="*/ 29527 w 276225"/>
                <a:gd name="connsiteY40" fmla="*/ 51721 h 361950"/>
                <a:gd name="connsiteX41" fmla="*/ 29527 w 276225"/>
                <a:gd name="connsiteY41" fmla="*/ 29527 h 361950"/>
                <a:gd name="connsiteX42" fmla="*/ 51721 w 276225"/>
                <a:gd name="connsiteY42" fmla="*/ 29527 h 361950"/>
                <a:gd name="connsiteX43" fmla="*/ 51721 w 276225"/>
                <a:gd name="connsiteY43" fmla="*/ 51721 h 361950"/>
                <a:gd name="connsiteX44" fmla="*/ 163449 w 276225"/>
                <a:gd name="connsiteY44" fmla="*/ 341852 h 361950"/>
                <a:gd name="connsiteX45" fmla="*/ 141256 w 276225"/>
                <a:gd name="connsiteY45" fmla="*/ 341852 h 361950"/>
                <a:gd name="connsiteX46" fmla="*/ 141256 w 276225"/>
                <a:gd name="connsiteY46" fmla="*/ 319659 h 361950"/>
                <a:gd name="connsiteX47" fmla="*/ 163449 w 276225"/>
                <a:gd name="connsiteY47" fmla="*/ 319659 h 361950"/>
                <a:gd name="connsiteX48" fmla="*/ 163449 w 276225"/>
                <a:gd name="connsiteY48" fmla="*/ 341852 h 361950"/>
                <a:gd name="connsiteX49" fmla="*/ 185642 w 276225"/>
                <a:gd name="connsiteY49" fmla="*/ 162782 h 361950"/>
                <a:gd name="connsiteX50" fmla="*/ 252222 w 276225"/>
                <a:gd name="connsiteY50" fmla="*/ 162782 h 361950"/>
                <a:gd name="connsiteX51" fmla="*/ 252222 w 276225"/>
                <a:gd name="connsiteY51" fmla="*/ 208693 h 361950"/>
                <a:gd name="connsiteX52" fmla="*/ 185642 w 276225"/>
                <a:gd name="connsiteY52" fmla="*/ 208693 h 361950"/>
                <a:gd name="connsiteX53" fmla="*/ 185642 w 276225"/>
                <a:gd name="connsiteY53" fmla="*/ 162782 h 361950"/>
                <a:gd name="connsiteX54" fmla="*/ 252317 w 276225"/>
                <a:gd name="connsiteY54" fmla="*/ 118300 h 361950"/>
                <a:gd name="connsiteX55" fmla="*/ 252317 w 276225"/>
                <a:gd name="connsiteY55" fmla="*/ 140494 h 361950"/>
                <a:gd name="connsiteX56" fmla="*/ 185737 w 276225"/>
                <a:gd name="connsiteY56" fmla="*/ 140494 h 361950"/>
                <a:gd name="connsiteX57" fmla="*/ 185737 w 276225"/>
                <a:gd name="connsiteY57" fmla="*/ 118300 h 361950"/>
                <a:gd name="connsiteX58" fmla="*/ 252317 w 276225"/>
                <a:gd name="connsiteY58" fmla="*/ 118300 h 361950"/>
                <a:gd name="connsiteX59" fmla="*/ 185642 w 276225"/>
                <a:gd name="connsiteY59" fmla="*/ 252984 h 361950"/>
                <a:gd name="connsiteX60" fmla="*/ 185642 w 276225"/>
                <a:gd name="connsiteY60" fmla="*/ 230791 h 361950"/>
                <a:gd name="connsiteX61" fmla="*/ 252222 w 276225"/>
                <a:gd name="connsiteY61" fmla="*/ 230791 h 361950"/>
                <a:gd name="connsiteX62" fmla="*/ 252222 w 276225"/>
                <a:gd name="connsiteY62" fmla="*/ 252984 h 361950"/>
                <a:gd name="connsiteX63" fmla="*/ 185642 w 276225"/>
                <a:gd name="connsiteY63" fmla="*/ 25298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76225" h="361950">
                  <a:moveTo>
                    <a:pt x="263366" y="96107"/>
                  </a:moveTo>
                  <a:lnTo>
                    <a:pt x="230029" y="96107"/>
                  </a:lnTo>
                  <a:lnTo>
                    <a:pt x="230029" y="40576"/>
                  </a:lnTo>
                  <a:cubicBezTo>
                    <a:pt x="230029" y="34480"/>
                    <a:pt x="225076" y="29432"/>
                    <a:pt x="218885" y="29432"/>
                  </a:cubicBezTo>
                  <a:lnTo>
                    <a:pt x="73818" y="29432"/>
                  </a:lnTo>
                  <a:lnTo>
                    <a:pt x="73818" y="18288"/>
                  </a:lnTo>
                  <a:cubicBezTo>
                    <a:pt x="73818" y="12192"/>
                    <a:pt x="68866" y="7144"/>
                    <a:pt x="62674" y="7144"/>
                  </a:cubicBez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lnTo>
                    <a:pt x="7144" y="62675"/>
                  </a:lnTo>
                  <a:cubicBezTo>
                    <a:pt x="7144" y="68771"/>
                    <a:pt x="12097" y="73819"/>
                    <a:pt x="18288" y="73819"/>
                  </a:cubicBezTo>
                  <a:lnTo>
                    <a:pt x="62674" y="73819"/>
                  </a:lnTo>
                  <a:cubicBezTo>
                    <a:pt x="68771" y="73819"/>
                    <a:pt x="73818" y="68866"/>
                    <a:pt x="73818" y="62675"/>
                  </a:cubicBezTo>
                  <a:lnTo>
                    <a:pt x="73818" y="51530"/>
                  </a:lnTo>
                  <a:lnTo>
                    <a:pt x="207740" y="51530"/>
                  </a:lnTo>
                  <a:lnTo>
                    <a:pt x="207740" y="95917"/>
                  </a:lnTo>
                  <a:lnTo>
                    <a:pt x="174402" y="95917"/>
                  </a:lnTo>
                  <a:cubicBezTo>
                    <a:pt x="168307" y="95917"/>
                    <a:pt x="163258" y="100870"/>
                    <a:pt x="163258" y="107061"/>
                  </a:cubicBezTo>
                  <a:lnTo>
                    <a:pt x="163258" y="263938"/>
                  </a:lnTo>
                  <a:cubicBezTo>
                    <a:pt x="163258" y="270034"/>
                    <a:pt x="168212" y="275082"/>
                    <a:pt x="174402" y="275082"/>
                  </a:cubicBezTo>
                  <a:lnTo>
                    <a:pt x="207740" y="275082"/>
                  </a:lnTo>
                  <a:lnTo>
                    <a:pt x="207740" y="319468"/>
                  </a:lnTo>
                  <a:lnTo>
                    <a:pt x="185547" y="319468"/>
                  </a:lnTo>
                  <a:lnTo>
                    <a:pt x="185547" y="308324"/>
                  </a:lnTo>
                  <a:cubicBezTo>
                    <a:pt x="185547" y="302228"/>
                    <a:pt x="180594" y="297180"/>
                    <a:pt x="174402" y="297180"/>
                  </a:cubicBezTo>
                  <a:lnTo>
                    <a:pt x="130016" y="297180"/>
                  </a:lnTo>
                  <a:cubicBezTo>
                    <a:pt x="123920" y="297180"/>
                    <a:pt x="118872" y="302133"/>
                    <a:pt x="118872" y="308324"/>
                  </a:cubicBezTo>
                  <a:lnTo>
                    <a:pt x="118872" y="352711"/>
                  </a:lnTo>
                  <a:cubicBezTo>
                    <a:pt x="118872" y="358807"/>
                    <a:pt x="123825" y="363855"/>
                    <a:pt x="130016" y="363855"/>
                  </a:cubicBezTo>
                  <a:lnTo>
                    <a:pt x="174402" y="363855"/>
                  </a:lnTo>
                  <a:cubicBezTo>
                    <a:pt x="180499" y="363855"/>
                    <a:pt x="185547" y="358902"/>
                    <a:pt x="185547" y="352711"/>
                  </a:cubicBezTo>
                  <a:lnTo>
                    <a:pt x="185547" y="341567"/>
                  </a:lnTo>
                  <a:lnTo>
                    <a:pt x="218885" y="341567"/>
                  </a:lnTo>
                  <a:cubicBezTo>
                    <a:pt x="224980" y="341567"/>
                    <a:pt x="230029" y="336613"/>
                    <a:pt x="230029" y="330422"/>
                  </a:cubicBezTo>
                  <a:lnTo>
                    <a:pt x="230029" y="274892"/>
                  </a:lnTo>
                  <a:lnTo>
                    <a:pt x="263366" y="274892"/>
                  </a:lnTo>
                  <a:cubicBezTo>
                    <a:pt x="269462" y="274892"/>
                    <a:pt x="274510" y="269938"/>
                    <a:pt x="274510" y="263747"/>
                  </a:cubicBezTo>
                  <a:lnTo>
                    <a:pt x="274510" y="106871"/>
                  </a:lnTo>
                  <a:cubicBezTo>
                    <a:pt x="274510" y="101060"/>
                    <a:pt x="269462" y="96107"/>
                    <a:pt x="263366" y="96107"/>
                  </a:cubicBezTo>
                  <a:close/>
                  <a:moveTo>
                    <a:pt x="51721" y="51721"/>
                  </a:moveTo>
                  <a:lnTo>
                    <a:pt x="29527" y="51721"/>
                  </a:lnTo>
                  <a:lnTo>
                    <a:pt x="29527" y="29527"/>
                  </a:lnTo>
                  <a:lnTo>
                    <a:pt x="51721" y="29527"/>
                  </a:lnTo>
                  <a:lnTo>
                    <a:pt x="51721" y="51721"/>
                  </a:lnTo>
                  <a:close/>
                  <a:moveTo>
                    <a:pt x="163449" y="341852"/>
                  </a:moveTo>
                  <a:lnTo>
                    <a:pt x="141256" y="341852"/>
                  </a:lnTo>
                  <a:lnTo>
                    <a:pt x="141256" y="319659"/>
                  </a:lnTo>
                  <a:lnTo>
                    <a:pt x="163449" y="319659"/>
                  </a:lnTo>
                  <a:lnTo>
                    <a:pt x="163449" y="341852"/>
                  </a:lnTo>
                  <a:close/>
                  <a:moveTo>
                    <a:pt x="185642" y="162782"/>
                  </a:moveTo>
                  <a:lnTo>
                    <a:pt x="252222" y="162782"/>
                  </a:lnTo>
                  <a:lnTo>
                    <a:pt x="252222" y="208693"/>
                  </a:lnTo>
                  <a:lnTo>
                    <a:pt x="185642" y="208693"/>
                  </a:lnTo>
                  <a:lnTo>
                    <a:pt x="185642" y="162782"/>
                  </a:lnTo>
                  <a:close/>
                  <a:moveTo>
                    <a:pt x="252317" y="118300"/>
                  </a:moveTo>
                  <a:lnTo>
                    <a:pt x="252317" y="140494"/>
                  </a:lnTo>
                  <a:lnTo>
                    <a:pt x="185737" y="140494"/>
                  </a:lnTo>
                  <a:lnTo>
                    <a:pt x="185737" y="118300"/>
                  </a:lnTo>
                  <a:lnTo>
                    <a:pt x="252317" y="118300"/>
                  </a:lnTo>
                  <a:close/>
                  <a:moveTo>
                    <a:pt x="185642" y="252984"/>
                  </a:moveTo>
                  <a:lnTo>
                    <a:pt x="185642" y="230791"/>
                  </a:lnTo>
                  <a:lnTo>
                    <a:pt x="252222" y="230791"/>
                  </a:lnTo>
                  <a:lnTo>
                    <a:pt x="252222" y="252984"/>
                  </a:lnTo>
                  <a:lnTo>
                    <a:pt x="185642" y="25298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B3ADA2F7-EB1D-42E2-A147-01353FB1C8D4}"/>
                </a:ext>
              </a:extLst>
            </p:cNvPr>
            <p:cNvSpPr/>
            <p:nvPr/>
          </p:nvSpPr>
          <p:spPr>
            <a:xfrm>
              <a:off x="5494678" y="248547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D1DB76D-A888-4218-B25F-F0CECEDF4C07}"/>
                </a:ext>
              </a:extLst>
            </p:cNvPr>
            <p:cNvSpPr/>
            <p:nvPr/>
          </p:nvSpPr>
          <p:spPr>
            <a:xfrm>
              <a:off x="5494678" y="255205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932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6BF89047-A604-4FFA-A3E6-D0803DA85711}"/>
                </a:ext>
              </a:extLst>
            </p:cNvPr>
            <p:cNvSpPr/>
            <p:nvPr/>
          </p:nvSpPr>
          <p:spPr>
            <a:xfrm>
              <a:off x="5561353" y="248547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239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8E4B71ED-B533-4FDF-983D-2B05B5D17EF6}"/>
                </a:ext>
              </a:extLst>
            </p:cNvPr>
            <p:cNvSpPr/>
            <p:nvPr/>
          </p:nvSpPr>
          <p:spPr>
            <a:xfrm>
              <a:off x="5561353" y="255205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239" y="7884"/>
                    <a:pt x="7144" y="12932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B9E26A92-BCFF-4360-9FA0-5AFFB56010FE}"/>
                </a:ext>
              </a:extLst>
            </p:cNvPr>
            <p:cNvSpPr/>
            <p:nvPr/>
          </p:nvSpPr>
          <p:spPr>
            <a:xfrm>
              <a:off x="5628695" y="248547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837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3DC6EB8D-2BAB-4D52-914A-1EA24D234EF9}"/>
                </a:ext>
              </a:extLst>
            </p:cNvPr>
            <p:cNvSpPr/>
            <p:nvPr/>
          </p:nvSpPr>
          <p:spPr>
            <a:xfrm>
              <a:off x="5628695" y="2552054"/>
              <a:ext cx="28575" cy="57150"/>
            </a:xfrm>
            <a:custGeom>
              <a:avLst/>
              <a:gdLst>
                <a:gd name="connsiteX0" fmla="*/ 7144 w 28575"/>
                <a:gd name="connsiteY0" fmla="*/ 18552 h 57150"/>
                <a:gd name="connsiteX1" fmla="*/ 7144 w 28575"/>
                <a:gd name="connsiteY1" fmla="*/ 40174 h 57150"/>
                <a:gd name="connsiteX2" fmla="*/ 16954 w 28575"/>
                <a:gd name="connsiteY2" fmla="*/ 51509 h 57150"/>
                <a:gd name="connsiteX3" fmla="*/ 29337 w 28575"/>
                <a:gd name="connsiteY3" fmla="*/ 40460 h 57150"/>
                <a:gd name="connsiteX4" fmla="*/ 29337 w 28575"/>
                <a:gd name="connsiteY4" fmla="*/ 18267 h 57150"/>
                <a:gd name="connsiteX5" fmla="*/ 16954 w 28575"/>
                <a:gd name="connsiteY5" fmla="*/ 7218 h 57150"/>
                <a:gd name="connsiteX6" fmla="*/ 7144 w 28575"/>
                <a:gd name="connsiteY6" fmla="*/ 1855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57150">
                  <a:moveTo>
                    <a:pt x="7144" y="18552"/>
                  </a:moveTo>
                  <a:lnTo>
                    <a:pt x="7144" y="40174"/>
                  </a:lnTo>
                  <a:cubicBezTo>
                    <a:pt x="7144" y="45889"/>
                    <a:pt x="11335" y="50842"/>
                    <a:pt x="16954" y="51509"/>
                  </a:cubicBezTo>
                  <a:cubicBezTo>
                    <a:pt x="23622" y="52271"/>
                    <a:pt x="29337" y="47032"/>
                    <a:pt x="29337" y="40460"/>
                  </a:cubicBezTo>
                  <a:lnTo>
                    <a:pt x="29337" y="18267"/>
                  </a:lnTo>
                  <a:cubicBezTo>
                    <a:pt x="29337" y="11694"/>
                    <a:pt x="23717" y="6456"/>
                    <a:pt x="16954" y="7218"/>
                  </a:cubicBezTo>
                  <a:cubicBezTo>
                    <a:pt x="11335" y="7884"/>
                    <a:pt x="7144" y="12932"/>
                    <a:pt x="7144" y="185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6EF88363-EECA-45C3-8860-D2E5F5BD18BA}"/>
                </a:ext>
              </a:extLst>
            </p:cNvPr>
            <p:cNvSpPr/>
            <p:nvPr/>
          </p:nvSpPr>
          <p:spPr>
            <a:xfrm>
              <a:off x="5449339" y="2306383"/>
              <a:ext cx="257175" cy="161925"/>
            </a:xfrm>
            <a:custGeom>
              <a:avLst/>
              <a:gdLst>
                <a:gd name="connsiteX0" fmla="*/ 197358 w 257175"/>
                <a:gd name="connsiteY0" fmla="*/ 164021 h 161925"/>
                <a:gd name="connsiteX1" fmla="*/ 252889 w 257175"/>
                <a:gd name="connsiteY1" fmla="*/ 107728 h 161925"/>
                <a:gd name="connsiteX2" fmla="*/ 200692 w 257175"/>
                <a:gd name="connsiteY2" fmla="*/ 51625 h 161925"/>
                <a:gd name="connsiteX3" fmla="*/ 130016 w 257175"/>
                <a:gd name="connsiteY3" fmla="*/ 7144 h 161925"/>
                <a:gd name="connsiteX4" fmla="*/ 60008 w 257175"/>
                <a:gd name="connsiteY4" fmla="*/ 51625 h 161925"/>
                <a:gd name="connsiteX5" fmla="*/ 7144 w 257175"/>
                <a:gd name="connsiteY5" fmla="*/ 107728 h 161925"/>
                <a:gd name="connsiteX6" fmla="*/ 63437 w 257175"/>
                <a:gd name="connsiteY6" fmla="*/ 164021 h 161925"/>
                <a:gd name="connsiteX7" fmla="*/ 197358 w 257175"/>
                <a:gd name="connsiteY7" fmla="*/ 164021 h 161925"/>
                <a:gd name="connsiteX8" fmla="*/ 29337 w 257175"/>
                <a:gd name="connsiteY8" fmla="*/ 107823 h 161925"/>
                <a:gd name="connsiteX9" fmla="*/ 63341 w 257175"/>
                <a:gd name="connsiteY9" fmla="*/ 73819 h 161925"/>
                <a:gd name="connsiteX10" fmla="*/ 86868 w 257175"/>
                <a:gd name="connsiteY10" fmla="*/ 83534 h 161925"/>
                <a:gd name="connsiteX11" fmla="*/ 102584 w 257175"/>
                <a:gd name="connsiteY11" fmla="*/ 83534 h 161925"/>
                <a:gd name="connsiteX12" fmla="*/ 102584 w 257175"/>
                <a:gd name="connsiteY12" fmla="*/ 67818 h 161925"/>
                <a:gd name="connsiteX13" fmla="*/ 83249 w 257175"/>
                <a:gd name="connsiteY13" fmla="*/ 55245 h 161925"/>
                <a:gd name="connsiteX14" fmla="*/ 129921 w 257175"/>
                <a:gd name="connsiteY14" fmla="*/ 29337 h 161925"/>
                <a:gd name="connsiteX15" fmla="*/ 177260 w 257175"/>
                <a:gd name="connsiteY15" fmla="*/ 55150 h 161925"/>
                <a:gd name="connsiteX16" fmla="*/ 157353 w 257175"/>
                <a:gd name="connsiteY16" fmla="*/ 67818 h 161925"/>
                <a:gd name="connsiteX17" fmla="*/ 157353 w 257175"/>
                <a:gd name="connsiteY17" fmla="*/ 83534 h 161925"/>
                <a:gd name="connsiteX18" fmla="*/ 173069 w 257175"/>
                <a:gd name="connsiteY18" fmla="*/ 83534 h 161925"/>
                <a:gd name="connsiteX19" fmla="*/ 197358 w 257175"/>
                <a:gd name="connsiteY19" fmla="*/ 73819 h 161925"/>
                <a:gd name="connsiteX20" fmla="*/ 230696 w 257175"/>
                <a:gd name="connsiteY20" fmla="*/ 107823 h 161925"/>
                <a:gd name="connsiteX21" fmla="*/ 197358 w 257175"/>
                <a:gd name="connsiteY21" fmla="*/ 141827 h 161925"/>
                <a:gd name="connsiteX22" fmla="*/ 63437 w 257175"/>
                <a:gd name="connsiteY22" fmla="*/ 141827 h 161925"/>
                <a:gd name="connsiteX23" fmla="*/ 29337 w 257175"/>
                <a:gd name="connsiteY23" fmla="*/ 10782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7175" h="161925">
                  <a:moveTo>
                    <a:pt x="197358" y="164021"/>
                  </a:moveTo>
                  <a:cubicBezTo>
                    <a:pt x="228029" y="164021"/>
                    <a:pt x="252889" y="138493"/>
                    <a:pt x="252889" y="107728"/>
                  </a:cubicBezTo>
                  <a:cubicBezTo>
                    <a:pt x="252889" y="78105"/>
                    <a:pt x="229743" y="53340"/>
                    <a:pt x="200692" y="51625"/>
                  </a:cubicBezTo>
                  <a:cubicBezTo>
                    <a:pt x="187928" y="24670"/>
                    <a:pt x="160496" y="7144"/>
                    <a:pt x="130016" y="7144"/>
                  </a:cubicBezTo>
                  <a:cubicBezTo>
                    <a:pt x="99917" y="7144"/>
                    <a:pt x="72771" y="24765"/>
                    <a:pt x="60008" y="51625"/>
                  </a:cubicBezTo>
                  <a:cubicBezTo>
                    <a:pt x="30956" y="53340"/>
                    <a:pt x="7144" y="78105"/>
                    <a:pt x="7144" y="107728"/>
                  </a:cubicBezTo>
                  <a:cubicBezTo>
                    <a:pt x="7144" y="138398"/>
                    <a:pt x="32671" y="164021"/>
                    <a:pt x="63437" y="164021"/>
                  </a:cubicBezTo>
                  <a:lnTo>
                    <a:pt x="197358" y="164021"/>
                  </a:lnTo>
                  <a:close/>
                  <a:moveTo>
                    <a:pt x="29337" y="107823"/>
                  </a:moveTo>
                  <a:cubicBezTo>
                    <a:pt x="29337" y="89345"/>
                    <a:pt x="44958" y="73819"/>
                    <a:pt x="63341" y="73819"/>
                  </a:cubicBezTo>
                  <a:cubicBezTo>
                    <a:pt x="73343" y="74200"/>
                    <a:pt x="80867" y="77438"/>
                    <a:pt x="86868" y="83534"/>
                  </a:cubicBezTo>
                  <a:cubicBezTo>
                    <a:pt x="91154" y="87916"/>
                    <a:pt x="98203" y="87916"/>
                    <a:pt x="102584" y="83534"/>
                  </a:cubicBezTo>
                  <a:cubicBezTo>
                    <a:pt x="106966" y="79248"/>
                    <a:pt x="106966" y="72200"/>
                    <a:pt x="102584" y="67818"/>
                  </a:cubicBezTo>
                  <a:cubicBezTo>
                    <a:pt x="96965" y="62198"/>
                    <a:pt x="90488" y="58007"/>
                    <a:pt x="83249" y="55245"/>
                  </a:cubicBezTo>
                  <a:cubicBezTo>
                    <a:pt x="93250" y="39338"/>
                    <a:pt x="110776" y="29337"/>
                    <a:pt x="129921" y="29337"/>
                  </a:cubicBezTo>
                  <a:cubicBezTo>
                    <a:pt x="149352" y="29337"/>
                    <a:pt x="167164" y="39338"/>
                    <a:pt x="177260" y="55150"/>
                  </a:cubicBezTo>
                  <a:cubicBezTo>
                    <a:pt x="169736" y="57912"/>
                    <a:pt x="162878" y="62198"/>
                    <a:pt x="157353" y="67818"/>
                  </a:cubicBezTo>
                  <a:cubicBezTo>
                    <a:pt x="152971" y="72104"/>
                    <a:pt x="152971" y="79153"/>
                    <a:pt x="157353" y="83534"/>
                  </a:cubicBezTo>
                  <a:cubicBezTo>
                    <a:pt x="161639" y="87916"/>
                    <a:pt x="168688" y="87916"/>
                    <a:pt x="173069" y="83534"/>
                  </a:cubicBezTo>
                  <a:cubicBezTo>
                    <a:pt x="178689" y="77915"/>
                    <a:pt x="186595" y="74200"/>
                    <a:pt x="197358" y="73819"/>
                  </a:cubicBezTo>
                  <a:cubicBezTo>
                    <a:pt x="215455" y="73819"/>
                    <a:pt x="230696" y="89440"/>
                    <a:pt x="230696" y="107823"/>
                  </a:cubicBezTo>
                  <a:cubicBezTo>
                    <a:pt x="230696" y="126301"/>
                    <a:pt x="215455" y="141827"/>
                    <a:pt x="197358" y="141827"/>
                  </a:cubicBezTo>
                  <a:lnTo>
                    <a:pt x="63437" y="141827"/>
                  </a:lnTo>
                  <a:cubicBezTo>
                    <a:pt x="44958" y="141827"/>
                    <a:pt x="29337" y="126301"/>
                    <a:pt x="29337" y="1078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01069E5-4A4F-4AB9-AAC3-F7769D6C3A5A}"/>
              </a:ext>
            </a:extLst>
          </p:cNvPr>
          <p:cNvSpPr txBox="1"/>
          <p:nvPr/>
        </p:nvSpPr>
        <p:spPr>
          <a:xfrm>
            <a:off x="4209034" y="5041713"/>
            <a:ext cx="2071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NB-IoT</a:t>
            </a:r>
            <a:endParaRPr lang="pt-BR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0715E2-4A54-4306-A1A9-CB15B753FBBB}"/>
              </a:ext>
            </a:extLst>
          </p:cNvPr>
          <p:cNvSpPr/>
          <p:nvPr/>
        </p:nvSpPr>
        <p:spPr>
          <a:xfrm>
            <a:off x="3701034" y="4293643"/>
            <a:ext cx="2071376" cy="646331"/>
          </a:xfrm>
          <a:prstGeom prst="rect">
            <a:avLst/>
          </a:prstGeom>
        </p:spPr>
        <p:txBody>
          <a:bodyPr wrap="square" lIns="91440" tIns="45720" rIns="91440" bIns="45720" anchor="t" anchorCtr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Camada</a:t>
            </a:r>
            <a:r>
              <a:rPr lang="en-US" altLang="ko-KR" dirty="0">
                <a:solidFill>
                  <a:schemeClr val="bg1"/>
                </a:solidFill>
                <a:latin typeface="+mj-lt"/>
                <a:cs typeface="Poppins SemiBold"/>
              </a:rPr>
              <a:t> de  Rede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5FE8F87-CF49-45C1-B71B-BD9169FC4753}"/>
              </a:ext>
            </a:extLst>
          </p:cNvPr>
          <p:cNvSpPr/>
          <p:nvPr/>
        </p:nvSpPr>
        <p:spPr>
          <a:xfrm>
            <a:off x="6188062" y="2046515"/>
            <a:ext cx="2503176" cy="3742510"/>
          </a:xfrm>
          <a:prstGeom prst="rect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90F3DD7-ECD7-42B6-95B0-BE9BA075152A}"/>
              </a:ext>
            </a:extLst>
          </p:cNvPr>
          <p:cNvGrpSpPr/>
          <p:nvPr/>
        </p:nvGrpSpPr>
        <p:grpSpPr>
          <a:xfrm>
            <a:off x="7131896" y="3438392"/>
            <a:ext cx="614072" cy="624700"/>
            <a:chOff x="7483688" y="912076"/>
            <a:chExt cx="383879" cy="390525"/>
          </a:xfrm>
          <a:solidFill>
            <a:schemeClr val="bg1"/>
          </a:solidFill>
        </p:grpSpPr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AB3B49E0-5506-43EF-ACFE-48B29A5808DA}"/>
                </a:ext>
              </a:extLst>
            </p:cNvPr>
            <p:cNvSpPr/>
            <p:nvPr/>
          </p:nvSpPr>
          <p:spPr>
            <a:xfrm>
              <a:off x="7483688" y="912076"/>
              <a:ext cx="161925" cy="390525"/>
            </a:xfrm>
            <a:custGeom>
              <a:avLst/>
              <a:gdLst>
                <a:gd name="connsiteX0" fmla="*/ 140303 w 161925"/>
                <a:gd name="connsiteY0" fmla="*/ 62616 h 390525"/>
                <a:gd name="connsiteX1" fmla="*/ 82772 w 161925"/>
                <a:gd name="connsiteY1" fmla="*/ 7181 h 390525"/>
                <a:gd name="connsiteX2" fmla="*/ 29337 w 161925"/>
                <a:gd name="connsiteY2" fmla="*/ 63378 h 390525"/>
                <a:gd name="connsiteX3" fmla="*/ 29337 w 161925"/>
                <a:gd name="connsiteY3" fmla="*/ 253688 h 390525"/>
                <a:gd name="connsiteX4" fmla="*/ 7144 w 161925"/>
                <a:gd name="connsiteY4" fmla="*/ 308457 h 390525"/>
                <a:gd name="connsiteX5" fmla="*/ 84867 w 161925"/>
                <a:gd name="connsiteY5" fmla="*/ 386181 h 390525"/>
                <a:gd name="connsiteX6" fmla="*/ 162592 w 161925"/>
                <a:gd name="connsiteY6" fmla="*/ 308457 h 390525"/>
                <a:gd name="connsiteX7" fmla="*/ 140398 w 161925"/>
                <a:gd name="connsiteY7" fmla="*/ 253688 h 390525"/>
                <a:gd name="connsiteX8" fmla="*/ 140398 w 161925"/>
                <a:gd name="connsiteY8" fmla="*/ 62616 h 390525"/>
                <a:gd name="connsiteX9" fmla="*/ 118110 w 161925"/>
                <a:gd name="connsiteY9" fmla="*/ 141007 h 390525"/>
                <a:gd name="connsiteX10" fmla="*/ 95917 w 161925"/>
                <a:gd name="connsiteY10" fmla="*/ 141007 h 390525"/>
                <a:gd name="connsiteX11" fmla="*/ 95917 w 161925"/>
                <a:gd name="connsiteY11" fmla="*/ 118814 h 390525"/>
                <a:gd name="connsiteX12" fmla="*/ 118110 w 161925"/>
                <a:gd name="connsiteY12" fmla="*/ 118814 h 390525"/>
                <a:gd name="connsiteX13" fmla="*/ 118110 w 161925"/>
                <a:gd name="connsiteY13" fmla="*/ 141007 h 390525"/>
                <a:gd name="connsiteX14" fmla="*/ 85058 w 161925"/>
                <a:gd name="connsiteY14" fmla="*/ 297217 h 390525"/>
                <a:gd name="connsiteX15" fmla="*/ 96202 w 161925"/>
                <a:gd name="connsiteY15" fmla="*/ 308361 h 390525"/>
                <a:gd name="connsiteX16" fmla="*/ 85058 w 161925"/>
                <a:gd name="connsiteY16" fmla="*/ 319506 h 390525"/>
                <a:gd name="connsiteX17" fmla="*/ 73914 w 161925"/>
                <a:gd name="connsiteY17" fmla="*/ 308361 h 390525"/>
                <a:gd name="connsiteX18" fmla="*/ 85058 w 161925"/>
                <a:gd name="connsiteY18" fmla="*/ 297217 h 390525"/>
                <a:gd name="connsiteX19" fmla="*/ 95917 w 161925"/>
                <a:gd name="connsiteY19" fmla="*/ 163200 h 390525"/>
                <a:gd name="connsiteX20" fmla="*/ 118110 w 161925"/>
                <a:gd name="connsiteY20" fmla="*/ 163200 h 390525"/>
                <a:gd name="connsiteX21" fmla="*/ 118110 w 161925"/>
                <a:gd name="connsiteY21" fmla="*/ 185394 h 390525"/>
                <a:gd name="connsiteX22" fmla="*/ 95917 w 161925"/>
                <a:gd name="connsiteY22" fmla="*/ 185394 h 390525"/>
                <a:gd name="connsiteX23" fmla="*/ 95917 w 161925"/>
                <a:gd name="connsiteY23" fmla="*/ 163200 h 390525"/>
                <a:gd name="connsiteX24" fmla="*/ 84772 w 161925"/>
                <a:gd name="connsiteY24" fmla="*/ 363797 h 390525"/>
                <a:gd name="connsiteX25" fmla="*/ 29242 w 161925"/>
                <a:gd name="connsiteY25" fmla="*/ 308266 h 390525"/>
                <a:gd name="connsiteX26" fmla="*/ 47816 w 161925"/>
                <a:gd name="connsiteY26" fmla="*/ 266451 h 390525"/>
                <a:gd name="connsiteX27" fmla="*/ 51435 w 161925"/>
                <a:gd name="connsiteY27" fmla="*/ 258165 h 390525"/>
                <a:gd name="connsiteX28" fmla="*/ 51435 w 161925"/>
                <a:gd name="connsiteY28" fmla="*/ 63188 h 390525"/>
                <a:gd name="connsiteX29" fmla="*/ 82868 w 161925"/>
                <a:gd name="connsiteY29" fmla="*/ 29374 h 390525"/>
                <a:gd name="connsiteX30" fmla="*/ 118015 w 161925"/>
                <a:gd name="connsiteY30" fmla="*/ 62616 h 390525"/>
                <a:gd name="connsiteX31" fmla="*/ 118015 w 161925"/>
                <a:gd name="connsiteY31" fmla="*/ 96621 h 390525"/>
                <a:gd name="connsiteX32" fmla="*/ 95821 w 161925"/>
                <a:gd name="connsiteY32" fmla="*/ 96621 h 390525"/>
                <a:gd name="connsiteX33" fmla="*/ 95821 w 161925"/>
                <a:gd name="connsiteY33" fmla="*/ 62902 h 390525"/>
                <a:gd name="connsiteX34" fmla="*/ 86010 w 161925"/>
                <a:gd name="connsiteY34" fmla="*/ 51567 h 390525"/>
                <a:gd name="connsiteX35" fmla="*/ 73628 w 161925"/>
                <a:gd name="connsiteY35" fmla="*/ 62616 h 390525"/>
                <a:gd name="connsiteX36" fmla="*/ 73628 w 161925"/>
                <a:gd name="connsiteY36" fmla="*/ 276929 h 390525"/>
                <a:gd name="connsiteX37" fmla="*/ 51435 w 161925"/>
                <a:gd name="connsiteY37" fmla="*/ 310266 h 390525"/>
                <a:gd name="connsiteX38" fmla="*/ 83344 w 161925"/>
                <a:gd name="connsiteY38" fmla="*/ 341604 h 390525"/>
                <a:gd name="connsiteX39" fmla="*/ 118015 w 161925"/>
                <a:gd name="connsiteY39" fmla="*/ 308361 h 390525"/>
                <a:gd name="connsiteX40" fmla="*/ 95821 w 161925"/>
                <a:gd name="connsiteY40" fmla="*/ 276929 h 390525"/>
                <a:gd name="connsiteX41" fmla="*/ 95821 w 161925"/>
                <a:gd name="connsiteY41" fmla="*/ 207682 h 390525"/>
                <a:gd name="connsiteX42" fmla="*/ 118015 w 161925"/>
                <a:gd name="connsiteY42" fmla="*/ 207682 h 390525"/>
                <a:gd name="connsiteX43" fmla="*/ 118015 w 161925"/>
                <a:gd name="connsiteY43" fmla="*/ 258355 h 390525"/>
                <a:gd name="connsiteX44" fmla="*/ 121634 w 161925"/>
                <a:gd name="connsiteY44" fmla="*/ 266642 h 390525"/>
                <a:gd name="connsiteX45" fmla="*/ 140208 w 161925"/>
                <a:gd name="connsiteY45" fmla="*/ 308457 h 390525"/>
                <a:gd name="connsiteX46" fmla="*/ 84772 w 161925"/>
                <a:gd name="connsiteY46" fmla="*/ 363797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61925" h="390525">
                  <a:moveTo>
                    <a:pt x="140303" y="62616"/>
                  </a:moveTo>
                  <a:cubicBezTo>
                    <a:pt x="140303" y="31374"/>
                    <a:pt x="114300" y="6038"/>
                    <a:pt x="82772" y="7181"/>
                  </a:cubicBezTo>
                  <a:cubicBezTo>
                    <a:pt x="52864" y="8229"/>
                    <a:pt x="29337" y="33375"/>
                    <a:pt x="29337" y="63378"/>
                  </a:cubicBezTo>
                  <a:lnTo>
                    <a:pt x="29337" y="253688"/>
                  </a:lnTo>
                  <a:cubicBezTo>
                    <a:pt x="15144" y="268261"/>
                    <a:pt x="7144" y="287883"/>
                    <a:pt x="7144" y="308457"/>
                  </a:cubicBezTo>
                  <a:cubicBezTo>
                    <a:pt x="7144" y="351319"/>
                    <a:pt x="42005" y="386181"/>
                    <a:pt x="84867" y="386181"/>
                  </a:cubicBezTo>
                  <a:cubicBezTo>
                    <a:pt x="127730" y="386181"/>
                    <a:pt x="162592" y="351319"/>
                    <a:pt x="162592" y="308457"/>
                  </a:cubicBezTo>
                  <a:cubicBezTo>
                    <a:pt x="162592" y="287978"/>
                    <a:pt x="154591" y="268261"/>
                    <a:pt x="140398" y="253688"/>
                  </a:cubicBezTo>
                  <a:lnTo>
                    <a:pt x="140398" y="62616"/>
                  </a:lnTo>
                  <a:close/>
                  <a:moveTo>
                    <a:pt x="118110" y="141007"/>
                  </a:moveTo>
                  <a:lnTo>
                    <a:pt x="95917" y="141007"/>
                  </a:lnTo>
                  <a:lnTo>
                    <a:pt x="95917" y="118814"/>
                  </a:lnTo>
                  <a:lnTo>
                    <a:pt x="118110" y="118814"/>
                  </a:lnTo>
                  <a:lnTo>
                    <a:pt x="118110" y="141007"/>
                  </a:lnTo>
                  <a:close/>
                  <a:moveTo>
                    <a:pt x="85058" y="297217"/>
                  </a:moveTo>
                  <a:cubicBezTo>
                    <a:pt x="91154" y="297217"/>
                    <a:pt x="96202" y="302170"/>
                    <a:pt x="96202" y="308361"/>
                  </a:cubicBezTo>
                  <a:cubicBezTo>
                    <a:pt x="96202" y="314553"/>
                    <a:pt x="91250" y="319506"/>
                    <a:pt x="85058" y="319506"/>
                  </a:cubicBezTo>
                  <a:cubicBezTo>
                    <a:pt x="78962" y="319506"/>
                    <a:pt x="73914" y="314553"/>
                    <a:pt x="73914" y="308361"/>
                  </a:cubicBezTo>
                  <a:cubicBezTo>
                    <a:pt x="73914" y="302170"/>
                    <a:pt x="78962" y="297217"/>
                    <a:pt x="85058" y="297217"/>
                  </a:cubicBezTo>
                  <a:close/>
                  <a:moveTo>
                    <a:pt x="95917" y="163200"/>
                  </a:moveTo>
                  <a:lnTo>
                    <a:pt x="118110" y="163200"/>
                  </a:lnTo>
                  <a:lnTo>
                    <a:pt x="118110" y="185394"/>
                  </a:lnTo>
                  <a:lnTo>
                    <a:pt x="95917" y="185394"/>
                  </a:lnTo>
                  <a:lnTo>
                    <a:pt x="95917" y="163200"/>
                  </a:lnTo>
                  <a:close/>
                  <a:moveTo>
                    <a:pt x="84772" y="363797"/>
                  </a:moveTo>
                  <a:cubicBezTo>
                    <a:pt x="54197" y="363797"/>
                    <a:pt x="29242" y="338937"/>
                    <a:pt x="29242" y="308266"/>
                  </a:cubicBezTo>
                  <a:cubicBezTo>
                    <a:pt x="29242" y="292550"/>
                    <a:pt x="36195" y="276929"/>
                    <a:pt x="47816" y="266451"/>
                  </a:cubicBezTo>
                  <a:cubicBezTo>
                    <a:pt x="50102" y="264356"/>
                    <a:pt x="51435" y="261308"/>
                    <a:pt x="51435" y="258165"/>
                  </a:cubicBezTo>
                  <a:lnTo>
                    <a:pt x="51435" y="63188"/>
                  </a:lnTo>
                  <a:cubicBezTo>
                    <a:pt x="51435" y="45852"/>
                    <a:pt x="65532" y="30327"/>
                    <a:pt x="82868" y="29374"/>
                  </a:cubicBezTo>
                  <a:cubicBezTo>
                    <a:pt x="102108" y="28326"/>
                    <a:pt x="118015" y="43662"/>
                    <a:pt x="118015" y="62616"/>
                  </a:cubicBezTo>
                  <a:lnTo>
                    <a:pt x="118015" y="96621"/>
                  </a:lnTo>
                  <a:lnTo>
                    <a:pt x="95821" y="96621"/>
                  </a:lnTo>
                  <a:lnTo>
                    <a:pt x="95821" y="62902"/>
                  </a:lnTo>
                  <a:cubicBezTo>
                    <a:pt x="95821" y="57187"/>
                    <a:pt x="91630" y="52234"/>
                    <a:pt x="86010" y="51567"/>
                  </a:cubicBezTo>
                  <a:cubicBezTo>
                    <a:pt x="79343" y="50805"/>
                    <a:pt x="73628" y="56044"/>
                    <a:pt x="73628" y="62616"/>
                  </a:cubicBezTo>
                  <a:lnTo>
                    <a:pt x="73628" y="276929"/>
                  </a:lnTo>
                  <a:cubicBezTo>
                    <a:pt x="60103" y="281691"/>
                    <a:pt x="50578" y="294931"/>
                    <a:pt x="51435" y="310266"/>
                  </a:cubicBezTo>
                  <a:cubicBezTo>
                    <a:pt x="52388" y="327221"/>
                    <a:pt x="66294" y="340937"/>
                    <a:pt x="83344" y="341604"/>
                  </a:cubicBezTo>
                  <a:cubicBezTo>
                    <a:pt x="102298" y="342366"/>
                    <a:pt x="118015" y="327126"/>
                    <a:pt x="118015" y="308361"/>
                  </a:cubicBezTo>
                  <a:cubicBezTo>
                    <a:pt x="118015" y="293883"/>
                    <a:pt x="108775" y="281596"/>
                    <a:pt x="95821" y="276929"/>
                  </a:cubicBezTo>
                  <a:lnTo>
                    <a:pt x="95821" y="207682"/>
                  </a:lnTo>
                  <a:lnTo>
                    <a:pt x="118015" y="207682"/>
                  </a:lnTo>
                  <a:lnTo>
                    <a:pt x="118015" y="258355"/>
                  </a:lnTo>
                  <a:cubicBezTo>
                    <a:pt x="118015" y="261498"/>
                    <a:pt x="119348" y="264451"/>
                    <a:pt x="121634" y="266642"/>
                  </a:cubicBezTo>
                  <a:cubicBezTo>
                    <a:pt x="133255" y="277119"/>
                    <a:pt x="140208" y="292740"/>
                    <a:pt x="140208" y="308457"/>
                  </a:cubicBezTo>
                  <a:cubicBezTo>
                    <a:pt x="140303" y="338937"/>
                    <a:pt x="115443" y="363797"/>
                    <a:pt x="84772" y="3637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FE5ED8D0-5E78-45AE-AB93-A148DFE6DF57}"/>
                </a:ext>
              </a:extLst>
            </p:cNvPr>
            <p:cNvSpPr/>
            <p:nvPr/>
          </p:nvSpPr>
          <p:spPr>
            <a:xfrm>
              <a:off x="7638872" y="934878"/>
              <a:ext cx="228600" cy="76200"/>
            </a:xfrm>
            <a:custGeom>
              <a:avLst/>
              <a:gdLst>
                <a:gd name="connsiteX0" fmla="*/ 219720 w 228600"/>
                <a:gd name="connsiteY0" fmla="*/ 29432 h 76200"/>
                <a:gd name="connsiteX1" fmla="*/ 208576 w 228600"/>
                <a:gd name="connsiteY1" fmla="*/ 29432 h 76200"/>
                <a:gd name="connsiteX2" fmla="*/ 208576 w 228600"/>
                <a:gd name="connsiteY2" fmla="*/ 18288 h 76200"/>
                <a:gd name="connsiteX3" fmla="*/ 197432 w 228600"/>
                <a:gd name="connsiteY3" fmla="*/ 7144 h 76200"/>
                <a:gd name="connsiteX4" fmla="*/ 153045 w 228600"/>
                <a:gd name="connsiteY4" fmla="*/ 7144 h 76200"/>
                <a:gd name="connsiteX5" fmla="*/ 141901 w 228600"/>
                <a:gd name="connsiteY5" fmla="*/ 18288 h 76200"/>
                <a:gd name="connsiteX6" fmla="*/ 141901 w 228600"/>
                <a:gd name="connsiteY6" fmla="*/ 29432 h 76200"/>
                <a:gd name="connsiteX7" fmla="*/ 18552 w 228600"/>
                <a:gd name="connsiteY7" fmla="*/ 29432 h 76200"/>
                <a:gd name="connsiteX8" fmla="*/ 7218 w 228600"/>
                <a:gd name="connsiteY8" fmla="*/ 39243 h 76200"/>
                <a:gd name="connsiteX9" fmla="*/ 18267 w 228600"/>
                <a:gd name="connsiteY9" fmla="*/ 51625 h 76200"/>
                <a:gd name="connsiteX10" fmla="*/ 141901 w 228600"/>
                <a:gd name="connsiteY10" fmla="*/ 51625 h 76200"/>
                <a:gd name="connsiteX11" fmla="*/ 141901 w 228600"/>
                <a:gd name="connsiteY11" fmla="*/ 62770 h 76200"/>
                <a:gd name="connsiteX12" fmla="*/ 153045 w 228600"/>
                <a:gd name="connsiteY12" fmla="*/ 73914 h 76200"/>
                <a:gd name="connsiteX13" fmla="*/ 197432 w 228600"/>
                <a:gd name="connsiteY13" fmla="*/ 73914 h 76200"/>
                <a:gd name="connsiteX14" fmla="*/ 208576 w 228600"/>
                <a:gd name="connsiteY14" fmla="*/ 62770 h 76200"/>
                <a:gd name="connsiteX15" fmla="*/ 208576 w 228600"/>
                <a:gd name="connsiteY15" fmla="*/ 51625 h 76200"/>
                <a:gd name="connsiteX16" fmla="*/ 219435 w 228600"/>
                <a:gd name="connsiteY16" fmla="*/ 51625 h 76200"/>
                <a:gd name="connsiteX17" fmla="*/ 230770 w 228600"/>
                <a:gd name="connsiteY17" fmla="*/ 41815 h 76200"/>
                <a:gd name="connsiteX18" fmla="*/ 219720 w 228600"/>
                <a:gd name="connsiteY18" fmla="*/ 29432 h 76200"/>
                <a:gd name="connsiteX19" fmla="*/ 186383 w 228600"/>
                <a:gd name="connsiteY19" fmla="*/ 51625 h 76200"/>
                <a:gd name="connsiteX20" fmla="*/ 164189 w 228600"/>
                <a:gd name="connsiteY20" fmla="*/ 51625 h 76200"/>
                <a:gd name="connsiteX21" fmla="*/ 164189 w 228600"/>
                <a:gd name="connsiteY21" fmla="*/ 29432 h 76200"/>
                <a:gd name="connsiteX22" fmla="*/ 186383 w 228600"/>
                <a:gd name="connsiteY22" fmla="*/ 29432 h 76200"/>
                <a:gd name="connsiteX23" fmla="*/ 186383 w 228600"/>
                <a:gd name="connsiteY23" fmla="*/ 5162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8600" h="76200">
                  <a:moveTo>
                    <a:pt x="219720" y="29432"/>
                  </a:moveTo>
                  <a:lnTo>
                    <a:pt x="208576" y="29432"/>
                  </a:lnTo>
                  <a:lnTo>
                    <a:pt x="208576" y="18288"/>
                  </a:lnTo>
                  <a:cubicBezTo>
                    <a:pt x="208576" y="12192"/>
                    <a:pt x="203623" y="7144"/>
                    <a:pt x="197432" y="7144"/>
                  </a:cubicBezTo>
                  <a:lnTo>
                    <a:pt x="153045" y="7144"/>
                  </a:lnTo>
                  <a:cubicBezTo>
                    <a:pt x="146949" y="7144"/>
                    <a:pt x="141901" y="12097"/>
                    <a:pt x="141901" y="18288"/>
                  </a:cubicBezTo>
                  <a:lnTo>
                    <a:pt x="141901" y="29432"/>
                  </a:lnTo>
                  <a:lnTo>
                    <a:pt x="18552" y="29432"/>
                  </a:lnTo>
                  <a:cubicBezTo>
                    <a:pt x="12838" y="29432"/>
                    <a:pt x="7884" y="33623"/>
                    <a:pt x="7218" y="39243"/>
                  </a:cubicBezTo>
                  <a:cubicBezTo>
                    <a:pt x="6455" y="45911"/>
                    <a:pt x="11695" y="51625"/>
                    <a:pt x="18267" y="51625"/>
                  </a:cubicBezTo>
                  <a:lnTo>
                    <a:pt x="141901" y="51625"/>
                  </a:lnTo>
                  <a:lnTo>
                    <a:pt x="141901" y="62770"/>
                  </a:lnTo>
                  <a:cubicBezTo>
                    <a:pt x="141901" y="68866"/>
                    <a:pt x="146854" y="73914"/>
                    <a:pt x="153045" y="73914"/>
                  </a:cubicBezTo>
                  <a:lnTo>
                    <a:pt x="197432" y="73914"/>
                  </a:lnTo>
                  <a:cubicBezTo>
                    <a:pt x="203528" y="73914"/>
                    <a:pt x="208576" y="68961"/>
                    <a:pt x="208576" y="62770"/>
                  </a:cubicBezTo>
                  <a:lnTo>
                    <a:pt x="208576" y="51625"/>
                  </a:lnTo>
                  <a:lnTo>
                    <a:pt x="219435" y="51625"/>
                  </a:lnTo>
                  <a:cubicBezTo>
                    <a:pt x="225150" y="51625"/>
                    <a:pt x="230103" y="47435"/>
                    <a:pt x="230770" y="41815"/>
                  </a:cubicBezTo>
                  <a:cubicBezTo>
                    <a:pt x="231531" y="35052"/>
                    <a:pt x="226293" y="29432"/>
                    <a:pt x="219720" y="29432"/>
                  </a:cubicBezTo>
                  <a:close/>
                  <a:moveTo>
                    <a:pt x="186383" y="51625"/>
                  </a:moveTo>
                  <a:lnTo>
                    <a:pt x="164189" y="51625"/>
                  </a:lnTo>
                  <a:lnTo>
                    <a:pt x="164189" y="29432"/>
                  </a:lnTo>
                  <a:lnTo>
                    <a:pt x="186383" y="29432"/>
                  </a:lnTo>
                  <a:lnTo>
                    <a:pt x="186383" y="51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B24DC1FD-A6CC-436B-9F3F-A4D3012A540E}"/>
                </a:ext>
              </a:extLst>
            </p:cNvPr>
            <p:cNvSpPr/>
            <p:nvPr/>
          </p:nvSpPr>
          <p:spPr>
            <a:xfrm>
              <a:off x="7638967" y="1023746"/>
              <a:ext cx="228600" cy="76200"/>
            </a:xfrm>
            <a:custGeom>
              <a:avLst/>
              <a:gdLst>
                <a:gd name="connsiteX0" fmla="*/ 219625 w 228600"/>
                <a:gd name="connsiteY0" fmla="*/ 29337 h 76200"/>
                <a:gd name="connsiteX1" fmla="*/ 95991 w 228600"/>
                <a:gd name="connsiteY1" fmla="*/ 29337 h 76200"/>
                <a:gd name="connsiteX2" fmla="*/ 95991 w 228600"/>
                <a:gd name="connsiteY2" fmla="*/ 18288 h 76200"/>
                <a:gd name="connsiteX3" fmla="*/ 84847 w 228600"/>
                <a:gd name="connsiteY3" fmla="*/ 7144 h 76200"/>
                <a:gd name="connsiteX4" fmla="*/ 40460 w 228600"/>
                <a:gd name="connsiteY4" fmla="*/ 7144 h 76200"/>
                <a:gd name="connsiteX5" fmla="*/ 29316 w 228600"/>
                <a:gd name="connsiteY5" fmla="*/ 18288 h 76200"/>
                <a:gd name="connsiteX6" fmla="*/ 29316 w 228600"/>
                <a:gd name="connsiteY6" fmla="*/ 29432 h 76200"/>
                <a:gd name="connsiteX7" fmla="*/ 18552 w 228600"/>
                <a:gd name="connsiteY7" fmla="*/ 29432 h 76200"/>
                <a:gd name="connsiteX8" fmla="*/ 7218 w 228600"/>
                <a:gd name="connsiteY8" fmla="*/ 39243 h 76200"/>
                <a:gd name="connsiteX9" fmla="*/ 18266 w 228600"/>
                <a:gd name="connsiteY9" fmla="*/ 51626 h 76200"/>
                <a:gd name="connsiteX10" fmla="*/ 29411 w 228600"/>
                <a:gd name="connsiteY10" fmla="*/ 51626 h 76200"/>
                <a:gd name="connsiteX11" fmla="*/ 29411 w 228600"/>
                <a:gd name="connsiteY11" fmla="*/ 62770 h 76200"/>
                <a:gd name="connsiteX12" fmla="*/ 40555 w 228600"/>
                <a:gd name="connsiteY12" fmla="*/ 73914 h 76200"/>
                <a:gd name="connsiteX13" fmla="*/ 84941 w 228600"/>
                <a:gd name="connsiteY13" fmla="*/ 73914 h 76200"/>
                <a:gd name="connsiteX14" fmla="*/ 96086 w 228600"/>
                <a:gd name="connsiteY14" fmla="*/ 62770 h 76200"/>
                <a:gd name="connsiteX15" fmla="*/ 96086 w 228600"/>
                <a:gd name="connsiteY15" fmla="*/ 51626 h 76200"/>
                <a:gd name="connsiteX16" fmla="*/ 219434 w 228600"/>
                <a:gd name="connsiteY16" fmla="*/ 51626 h 76200"/>
                <a:gd name="connsiteX17" fmla="*/ 230769 w 228600"/>
                <a:gd name="connsiteY17" fmla="*/ 41815 h 76200"/>
                <a:gd name="connsiteX18" fmla="*/ 219625 w 228600"/>
                <a:gd name="connsiteY18" fmla="*/ 29337 h 76200"/>
                <a:gd name="connsiteX19" fmla="*/ 73797 w 228600"/>
                <a:gd name="connsiteY19" fmla="*/ 51530 h 76200"/>
                <a:gd name="connsiteX20" fmla="*/ 51604 w 228600"/>
                <a:gd name="connsiteY20" fmla="*/ 51530 h 76200"/>
                <a:gd name="connsiteX21" fmla="*/ 51604 w 228600"/>
                <a:gd name="connsiteY21" fmla="*/ 29337 h 76200"/>
                <a:gd name="connsiteX22" fmla="*/ 73797 w 228600"/>
                <a:gd name="connsiteY22" fmla="*/ 29337 h 76200"/>
                <a:gd name="connsiteX23" fmla="*/ 73797 w 228600"/>
                <a:gd name="connsiteY23" fmla="*/ 5153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8600" h="76200">
                  <a:moveTo>
                    <a:pt x="219625" y="29337"/>
                  </a:moveTo>
                  <a:lnTo>
                    <a:pt x="95991" y="29337"/>
                  </a:lnTo>
                  <a:lnTo>
                    <a:pt x="95991" y="18288"/>
                  </a:lnTo>
                  <a:cubicBezTo>
                    <a:pt x="95991" y="12192"/>
                    <a:pt x="91037" y="7144"/>
                    <a:pt x="84847" y="7144"/>
                  </a:cubicBezTo>
                  <a:lnTo>
                    <a:pt x="40460" y="7144"/>
                  </a:lnTo>
                  <a:cubicBezTo>
                    <a:pt x="34364" y="7144"/>
                    <a:pt x="29316" y="12097"/>
                    <a:pt x="29316" y="18288"/>
                  </a:cubicBezTo>
                  <a:lnTo>
                    <a:pt x="29316" y="29432"/>
                  </a:lnTo>
                  <a:lnTo>
                    <a:pt x="18552" y="29432"/>
                  </a:lnTo>
                  <a:cubicBezTo>
                    <a:pt x="12837" y="29432"/>
                    <a:pt x="7884" y="33623"/>
                    <a:pt x="7218" y="39243"/>
                  </a:cubicBezTo>
                  <a:cubicBezTo>
                    <a:pt x="6455" y="45910"/>
                    <a:pt x="11694" y="51626"/>
                    <a:pt x="18266" y="51626"/>
                  </a:cubicBezTo>
                  <a:lnTo>
                    <a:pt x="29411" y="51626"/>
                  </a:lnTo>
                  <a:lnTo>
                    <a:pt x="29411" y="62770"/>
                  </a:lnTo>
                  <a:cubicBezTo>
                    <a:pt x="29411" y="68866"/>
                    <a:pt x="34364" y="73914"/>
                    <a:pt x="40555" y="73914"/>
                  </a:cubicBezTo>
                  <a:lnTo>
                    <a:pt x="84941" y="73914"/>
                  </a:lnTo>
                  <a:cubicBezTo>
                    <a:pt x="91037" y="73914"/>
                    <a:pt x="96086" y="68961"/>
                    <a:pt x="96086" y="62770"/>
                  </a:cubicBezTo>
                  <a:lnTo>
                    <a:pt x="96086" y="51626"/>
                  </a:lnTo>
                  <a:lnTo>
                    <a:pt x="219434" y="51626"/>
                  </a:lnTo>
                  <a:cubicBezTo>
                    <a:pt x="225150" y="51626"/>
                    <a:pt x="230103" y="47434"/>
                    <a:pt x="230769" y="41815"/>
                  </a:cubicBezTo>
                  <a:cubicBezTo>
                    <a:pt x="231436" y="35052"/>
                    <a:pt x="226197" y="29337"/>
                    <a:pt x="219625" y="29337"/>
                  </a:cubicBezTo>
                  <a:close/>
                  <a:moveTo>
                    <a:pt x="73797" y="51530"/>
                  </a:moveTo>
                  <a:lnTo>
                    <a:pt x="51604" y="51530"/>
                  </a:lnTo>
                  <a:lnTo>
                    <a:pt x="51604" y="29337"/>
                  </a:lnTo>
                  <a:lnTo>
                    <a:pt x="73797" y="29337"/>
                  </a:lnTo>
                  <a:lnTo>
                    <a:pt x="73797" y="515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766A6811-DEC2-428A-9DAF-73BABC2C19C9}"/>
                </a:ext>
              </a:extLst>
            </p:cNvPr>
            <p:cNvSpPr/>
            <p:nvPr/>
          </p:nvSpPr>
          <p:spPr>
            <a:xfrm>
              <a:off x="7638872" y="1112519"/>
              <a:ext cx="228600" cy="76200"/>
            </a:xfrm>
            <a:custGeom>
              <a:avLst/>
              <a:gdLst>
                <a:gd name="connsiteX0" fmla="*/ 219720 w 228600"/>
                <a:gd name="connsiteY0" fmla="*/ 29432 h 76200"/>
                <a:gd name="connsiteX1" fmla="*/ 208576 w 228600"/>
                <a:gd name="connsiteY1" fmla="*/ 29432 h 76200"/>
                <a:gd name="connsiteX2" fmla="*/ 208576 w 228600"/>
                <a:gd name="connsiteY2" fmla="*/ 18288 h 76200"/>
                <a:gd name="connsiteX3" fmla="*/ 197432 w 228600"/>
                <a:gd name="connsiteY3" fmla="*/ 7144 h 76200"/>
                <a:gd name="connsiteX4" fmla="*/ 153045 w 228600"/>
                <a:gd name="connsiteY4" fmla="*/ 7144 h 76200"/>
                <a:gd name="connsiteX5" fmla="*/ 141901 w 228600"/>
                <a:gd name="connsiteY5" fmla="*/ 18288 h 76200"/>
                <a:gd name="connsiteX6" fmla="*/ 141901 w 228600"/>
                <a:gd name="connsiteY6" fmla="*/ 29432 h 76200"/>
                <a:gd name="connsiteX7" fmla="*/ 18552 w 228600"/>
                <a:gd name="connsiteY7" fmla="*/ 29432 h 76200"/>
                <a:gd name="connsiteX8" fmla="*/ 7218 w 228600"/>
                <a:gd name="connsiteY8" fmla="*/ 39243 h 76200"/>
                <a:gd name="connsiteX9" fmla="*/ 18267 w 228600"/>
                <a:gd name="connsiteY9" fmla="*/ 51626 h 76200"/>
                <a:gd name="connsiteX10" fmla="*/ 141901 w 228600"/>
                <a:gd name="connsiteY10" fmla="*/ 51626 h 76200"/>
                <a:gd name="connsiteX11" fmla="*/ 141901 w 228600"/>
                <a:gd name="connsiteY11" fmla="*/ 62770 h 76200"/>
                <a:gd name="connsiteX12" fmla="*/ 153045 w 228600"/>
                <a:gd name="connsiteY12" fmla="*/ 73914 h 76200"/>
                <a:gd name="connsiteX13" fmla="*/ 197432 w 228600"/>
                <a:gd name="connsiteY13" fmla="*/ 73914 h 76200"/>
                <a:gd name="connsiteX14" fmla="*/ 208576 w 228600"/>
                <a:gd name="connsiteY14" fmla="*/ 62770 h 76200"/>
                <a:gd name="connsiteX15" fmla="*/ 208576 w 228600"/>
                <a:gd name="connsiteY15" fmla="*/ 51626 h 76200"/>
                <a:gd name="connsiteX16" fmla="*/ 219435 w 228600"/>
                <a:gd name="connsiteY16" fmla="*/ 51626 h 76200"/>
                <a:gd name="connsiteX17" fmla="*/ 230770 w 228600"/>
                <a:gd name="connsiteY17" fmla="*/ 41815 h 76200"/>
                <a:gd name="connsiteX18" fmla="*/ 219720 w 228600"/>
                <a:gd name="connsiteY18" fmla="*/ 29432 h 76200"/>
                <a:gd name="connsiteX19" fmla="*/ 186383 w 228600"/>
                <a:gd name="connsiteY19" fmla="*/ 51626 h 76200"/>
                <a:gd name="connsiteX20" fmla="*/ 164189 w 228600"/>
                <a:gd name="connsiteY20" fmla="*/ 51626 h 76200"/>
                <a:gd name="connsiteX21" fmla="*/ 164189 w 228600"/>
                <a:gd name="connsiteY21" fmla="*/ 29432 h 76200"/>
                <a:gd name="connsiteX22" fmla="*/ 186383 w 228600"/>
                <a:gd name="connsiteY22" fmla="*/ 29432 h 76200"/>
                <a:gd name="connsiteX23" fmla="*/ 186383 w 228600"/>
                <a:gd name="connsiteY23" fmla="*/ 5162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8600" h="76200">
                  <a:moveTo>
                    <a:pt x="219720" y="29432"/>
                  </a:moveTo>
                  <a:lnTo>
                    <a:pt x="208576" y="29432"/>
                  </a:lnTo>
                  <a:lnTo>
                    <a:pt x="208576" y="18288"/>
                  </a:lnTo>
                  <a:cubicBezTo>
                    <a:pt x="208576" y="12192"/>
                    <a:pt x="203623" y="7144"/>
                    <a:pt x="197432" y="7144"/>
                  </a:cubicBezTo>
                  <a:lnTo>
                    <a:pt x="153045" y="7144"/>
                  </a:lnTo>
                  <a:cubicBezTo>
                    <a:pt x="146949" y="7144"/>
                    <a:pt x="141901" y="12097"/>
                    <a:pt x="141901" y="18288"/>
                  </a:cubicBezTo>
                  <a:lnTo>
                    <a:pt x="141901" y="29432"/>
                  </a:lnTo>
                  <a:lnTo>
                    <a:pt x="18552" y="29432"/>
                  </a:lnTo>
                  <a:cubicBezTo>
                    <a:pt x="12838" y="29432"/>
                    <a:pt x="7884" y="33623"/>
                    <a:pt x="7218" y="39243"/>
                  </a:cubicBezTo>
                  <a:cubicBezTo>
                    <a:pt x="6455" y="45911"/>
                    <a:pt x="11695" y="51626"/>
                    <a:pt x="18267" y="51626"/>
                  </a:cubicBezTo>
                  <a:lnTo>
                    <a:pt x="141901" y="51626"/>
                  </a:lnTo>
                  <a:lnTo>
                    <a:pt x="141901" y="62770"/>
                  </a:lnTo>
                  <a:cubicBezTo>
                    <a:pt x="141901" y="68866"/>
                    <a:pt x="146854" y="73914"/>
                    <a:pt x="153045" y="73914"/>
                  </a:cubicBezTo>
                  <a:lnTo>
                    <a:pt x="197432" y="73914"/>
                  </a:lnTo>
                  <a:cubicBezTo>
                    <a:pt x="203528" y="73914"/>
                    <a:pt x="208576" y="68961"/>
                    <a:pt x="208576" y="62770"/>
                  </a:cubicBezTo>
                  <a:lnTo>
                    <a:pt x="208576" y="51626"/>
                  </a:lnTo>
                  <a:lnTo>
                    <a:pt x="219435" y="51626"/>
                  </a:lnTo>
                  <a:cubicBezTo>
                    <a:pt x="225150" y="51626"/>
                    <a:pt x="230103" y="47435"/>
                    <a:pt x="230770" y="41815"/>
                  </a:cubicBezTo>
                  <a:cubicBezTo>
                    <a:pt x="231531" y="35052"/>
                    <a:pt x="226293" y="29432"/>
                    <a:pt x="219720" y="29432"/>
                  </a:cubicBezTo>
                  <a:close/>
                  <a:moveTo>
                    <a:pt x="186383" y="51626"/>
                  </a:moveTo>
                  <a:lnTo>
                    <a:pt x="164189" y="51626"/>
                  </a:lnTo>
                  <a:lnTo>
                    <a:pt x="164189" y="29432"/>
                  </a:lnTo>
                  <a:lnTo>
                    <a:pt x="186383" y="29432"/>
                  </a:lnTo>
                  <a:lnTo>
                    <a:pt x="186383" y="516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E846615-8B3A-4A0B-BC90-9204DD7556B6}"/>
              </a:ext>
            </a:extLst>
          </p:cNvPr>
          <p:cNvSpPr txBox="1"/>
          <p:nvPr/>
        </p:nvSpPr>
        <p:spPr>
          <a:xfrm>
            <a:off x="6401957" y="5041713"/>
            <a:ext cx="20713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cloud + APIs</a:t>
            </a:r>
            <a:endParaRPr lang="pt-BR" altLang="ko-KR" dirty="0">
              <a:solidFill>
                <a:schemeClr val="bg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9FA7D44-C91F-4878-8C11-BCEBEBB4BC87}"/>
              </a:ext>
            </a:extLst>
          </p:cNvPr>
          <p:cNvSpPr/>
          <p:nvPr/>
        </p:nvSpPr>
        <p:spPr>
          <a:xfrm>
            <a:off x="6401957" y="4293643"/>
            <a:ext cx="2071378" cy="646331"/>
          </a:xfrm>
          <a:prstGeom prst="rect">
            <a:avLst/>
          </a:prstGeom>
        </p:spPr>
        <p:txBody>
          <a:bodyPr wrap="square" lIns="91440" tIns="45720" rIns="91440" bIns="45720" anchor="t" anchorCtr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Camada</a:t>
            </a:r>
            <a:r>
              <a:rPr lang="en-US" altLang="ko-KR" dirty="0">
                <a:solidFill>
                  <a:schemeClr val="bg1"/>
                </a:solidFill>
                <a:latin typeface="+mj-lt"/>
                <a:cs typeface="Poppins SemiBold"/>
              </a:rPr>
              <a:t> de </a:t>
            </a:r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Processamento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DF3C1F-E035-4A76-B82C-8C2A08C05D21}"/>
              </a:ext>
            </a:extLst>
          </p:cNvPr>
          <p:cNvSpPr/>
          <p:nvPr/>
        </p:nvSpPr>
        <p:spPr>
          <a:xfrm>
            <a:off x="8886984" y="2046515"/>
            <a:ext cx="2503176" cy="3742510"/>
          </a:xfrm>
          <a:prstGeom prst="rect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F20D5E5-CE53-47F8-9A73-138CD30513F9}"/>
              </a:ext>
            </a:extLst>
          </p:cNvPr>
          <p:cNvGrpSpPr/>
          <p:nvPr/>
        </p:nvGrpSpPr>
        <p:grpSpPr>
          <a:xfrm>
            <a:off x="1698220" y="3438392"/>
            <a:ext cx="624704" cy="624700"/>
            <a:chOff x="8162630" y="1551336"/>
            <a:chExt cx="390525" cy="390525"/>
          </a:xfrm>
          <a:solidFill>
            <a:schemeClr val="bg1"/>
          </a:solidFill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81EC5E85-48C0-412F-9F55-7C7092D61FFC}"/>
                </a:ext>
              </a:extLst>
            </p:cNvPr>
            <p:cNvSpPr/>
            <p:nvPr/>
          </p:nvSpPr>
          <p:spPr>
            <a:xfrm>
              <a:off x="8340938" y="1595723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239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8A49213C-BB74-489B-B26D-B66AAF52962D}"/>
                </a:ext>
              </a:extLst>
            </p:cNvPr>
            <p:cNvSpPr/>
            <p:nvPr/>
          </p:nvSpPr>
          <p:spPr>
            <a:xfrm>
              <a:off x="8207017" y="1619440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E3F7504A-81A7-4184-BFB2-27F3BBCA34E3}"/>
                </a:ext>
              </a:extLst>
            </p:cNvPr>
            <p:cNvSpPr/>
            <p:nvPr/>
          </p:nvSpPr>
          <p:spPr>
            <a:xfrm>
              <a:off x="8474955" y="1619440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6" y="7144"/>
                    <a:pt x="18288" y="7144"/>
                  </a:cubicBezTo>
                  <a:cubicBezTo>
                    <a:pt x="24479" y="7144"/>
                    <a:pt x="29432" y="12097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B207867B-A268-4669-8916-31531BC57635}"/>
                </a:ext>
              </a:extLst>
            </p:cNvPr>
            <p:cNvSpPr/>
            <p:nvPr/>
          </p:nvSpPr>
          <p:spPr>
            <a:xfrm>
              <a:off x="8162630" y="1551336"/>
              <a:ext cx="390525" cy="390525"/>
            </a:xfrm>
            <a:custGeom>
              <a:avLst/>
              <a:gdLst>
                <a:gd name="connsiteX0" fmla="*/ 330708 w 390525"/>
                <a:gd name="connsiteY0" fmla="*/ 30861 h 390525"/>
                <a:gd name="connsiteX1" fmla="*/ 275177 w 390525"/>
                <a:gd name="connsiteY1" fmla="*/ 86392 h 390525"/>
                <a:gd name="connsiteX2" fmla="*/ 282607 w 390525"/>
                <a:gd name="connsiteY2" fmla="*/ 114109 h 390525"/>
                <a:gd name="connsiteX3" fmla="*/ 319564 w 390525"/>
                <a:gd name="connsiteY3" fmla="*/ 178213 h 390525"/>
                <a:gd name="connsiteX4" fmla="*/ 319564 w 390525"/>
                <a:gd name="connsiteY4" fmla="*/ 208502 h 390525"/>
                <a:gd name="connsiteX5" fmla="*/ 228124 w 390525"/>
                <a:gd name="connsiteY5" fmla="*/ 208502 h 390525"/>
                <a:gd name="connsiteX6" fmla="*/ 207836 w 390525"/>
                <a:gd name="connsiteY6" fmla="*/ 188214 h 390525"/>
                <a:gd name="connsiteX7" fmla="*/ 207836 w 390525"/>
                <a:gd name="connsiteY7" fmla="*/ 154495 h 390525"/>
                <a:gd name="connsiteX8" fmla="*/ 244793 w 390525"/>
                <a:gd name="connsiteY8" fmla="*/ 90392 h 390525"/>
                <a:gd name="connsiteX9" fmla="*/ 252222 w 390525"/>
                <a:gd name="connsiteY9" fmla="*/ 62674 h 390525"/>
                <a:gd name="connsiteX10" fmla="*/ 196691 w 390525"/>
                <a:gd name="connsiteY10" fmla="*/ 7144 h 390525"/>
                <a:gd name="connsiteX11" fmla="*/ 141161 w 390525"/>
                <a:gd name="connsiteY11" fmla="*/ 62674 h 390525"/>
                <a:gd name="connsiteX12" fmla="*/ 148590 w 390525"/>
                <a:gd name="connsiteY12" fmla="*/ 90392 h 390525"/>
                <a:gd name="connsiteX13" fmla="*/ 185547 w 390525"/>
                <a:gd name="connsiteY13" fmla="*/ 154495 h 390525"/>
                <a:gd name="connsiteX14" fmla="*/ 185547 w 390525"/>
                <a:gd name="connsiteY14" fmla="*/ 188214 h 390525"/>
                <a:gd name="connsiteX15" fmla="*/ 165259 w 390525"/>
                <a:gd name="connsiteY15" fmla="*/ 208502 h 390525"/>
                <a:gd name="connsiteX16" fmla="*/ 73819 w 390525"/>
                <a:gd name="connsiteY16" fmla="*/ 208502 h 390525"/>
                <a:gd name="connsiteX17" fmla="*/ 73819 w 390525"/>
                <a:gd name="connsiteY17" fmla="*/ 178213 h 390525"/>
                <a:gd name="connsiteX18" fmla="*/ 110776 w 390525"/>
                <a:gd name="connsiteY18" fmla="*/ 114109 h 390525"/>
                <a:gd name="connsiteX19" fmla="*/ 118206 w 390525"/>
                <a:gd name="connsiteY19" fmla="*/ 86392 h 390525"/>
                <a:gd name="connsiteX20" fmla="*/ 62675 w 390525"/>
                <a:gd name="connsiteY20" fmla="*/ 30861 h 390525"/>
                <a:gd name="connsiteX21" fmla="*/ 7144 w 390525"/>
                <a:gd name="connsiteY21" fmla="*/ 86392 h 390525"/>
                <a:gd name="connsiteX22" fmla="*/ 14574 w 390525"/>
                <a:gd name="connsiteY22" fmla="*/ 114109 h 390525"/>
                <a:gd name="connsiteX23" fmla="*/ 51531 w 390525"/>
                <a:gd name="connsiteY23" fmla="*/ 178213 h 390525"/>
                <a:gd name="connsiteX24" fmla="*/ 51531 w 390525"/>
                <a:gd name="connsiteY24" fmla="*/ 219646 h 390525"/>
                <a:gd name="connsiteX25" fmla="*/ 62675 w 390525"/>
                <a:gd name="connsiteY25" fmla="*/ 230791 h 390525"/>
                <a:gd name="connsiteX26" fmla="*/ 165259 w 390525"/>
                <a:gd name="connsiteY26" fmla="*/ 230791 h 390525"/>
                <a:gd name="connsiteX27" fmla="*/ 185547 w 390525"/>
                <a:gd name="connsiteY27" fmla="*/ 251079 h 390525"/>
                <a:gd name="connsiteX28" fmla="*/ 185547 w 390525"/>
                <a:gd name="connsiteY28" fmla="*/ 275177 h 390525"/>
                <a:gd name="connsiteX29" fmla="*/ 63437 w 390525"/>
                <a:gd name="connsiteY29" fmla="*/ 275177 h 390525"/>
                <a:gd name="connsiteX30" fmla="*/ 52293 w 390525"/>
                <a:gd name="connsiteY30" fmla="*/ 286321 h 390525"/>
                <a:gd name="connsiteX31" fmla="*/ 52293 w 390525"/>
                <a:gd name="connsiteY31" fmla="*/ 375094 h 390525"/>
                <a:gd name="connsiteX32" fmla="*/ 63437 w 390525"/>
                <a:gd name="connsiteY32" fmla="*/ 386239 h 390525"/>
                <a:gd name="connsiteX33" fmla="*/ 329851 w 390525"/>
                <a:gd name="connsiteY33" fmla="*/ 386239 h 390525"/>
                <a:gd name="connsiteX34" fmla="*/ 340995 w 390525"/>
                <a:gd name="connsiteY34" fmla="*/ 375094 h 390525"/>
                <a:gd name="connsiteX35" fmla="*/ 340995 w 390525"/>
                <a:gd name="connsiteY35" fmla="*/ 286321 h 390525"/>
                <a:gd name="connsiteX36" fmla="*/ 329851 w 390525"/>
                <a:gd name="connsiteY36" fmla="*/ 275177 h 390525"/>
                <a:gd name="connsiteX37" fmla="*/ 207740 w 390525"/>
                <a:gd name="connsiteY37" fmla="*/ 275177 h 390525"/>
                <a:gd name="connsiteX38" fmla="*/ 207740 w 390525"/>
                <a:gd name="connsiteY38" fmla="*/ 251079 h 390525"/>
                <a:gd name="connsiteX39" fmla="*/ 228029 w 390525"/>
                <a:gd name="connsiteY39" fmla="*/ 230791 h 390525"/>
                <a:gd name="connsiteX40" fmla="*/ 330613 w 390525"/>
                <a:gd name="connsiteY40" fmla="*/ 230791 h 390525"/>
                <a:gd name="connsiteX41" fmla="*/ 341757 w 390525"/>
                <a:gd name="connsiteY41" fmla="*/ 219646 h 390525"/>
                <a:gd name="connsiteX42" fmla="*/ 341757 w 390525"/>
                <a:gd name="connsiteY42" fmla="*/ 178213 h 390525"/>
                <a:gd name="connsiteX43" fmla="*/ 378714 w 390525"/>
                <a:gd name="connsiteY43" fmla="*/ 114109 h 390525"/>
                <a:gd name="connsiteX44" fmla="*/ 386144 w 390525"/>
                <a:gd name="connsiteY44" fmla="*/ 86392 h 390525"/>
                <a:gd name="connsiteX45" fmla="*/ 330708 w 390525"/>
                <a:gd name="connsiteY45" fmla="*/ 30861 h 390525"/>
                <a:gd name="connsiteX46" fmla="*/ 33814 w 390525"/>
                <a:gd name="connsiteY46" fmla="*/ 102965 h 390525"/>
                <a:gd name="connsiteX47" fmla="*/ 29337 w 390525"/>
                <a:gd name="connsiteY47" fmla="*/ 86392 h 390525"/>
                <a:gd name="connsiteX48" fmla="*/ 62675 w 390525"/>
                <a:gd name="connsiteY48" fmla="*/ 53054 h 390525"/>
                <a:gd name="connsiteX49" fmla="*/ 96012 w 390525"/>
                <a:gd name="connsiteY49" fmla="*/ 86392 h 390525"/>
                <a:gd name="connsiteX50" fmla="*/ 91536 w 390525"/>
                <a:gd name="connsiteY50" fmla="*/ 103061 h 390525"/>
                <a:gd name="connsiteX51" fmla="*/ 62675 w 390525"/>
                <a:gd name="connsiteY51" fmla="*/ 153067 h 390525"/>
                <a:gd name="connsiteX52" fmla="*/ 33814 w 390525"/>
                <a:gd name="connsiteY52" fmla="*/ 102965 h 390525"/>
                <a:gd name="connsiteX53" fmla="*/ 318802 w 390525"/>
                <a:gd name="connsiteY53" fmla="*/ 363950 h 390525"/>
                <a:gd name="connsiteX54" fmla="*/ 74581 w 390525"/>
                <a:gd name="connsiteY54" fmla="*/ 363950 h 390525"/>
                <a:gd name="connsiteX55" fmla="*/ 74581 w 390525"/>
                <a:gd name="connsiteY55" fmla="*/ 297370 h 390525"/>
                <a:gd name="connsiteX56" fmla="*/ 318802 w 390525"/>
                <a:gd name="connsiteY56" fmla="*/ 297370 h 390525"/>
                <a:gd name="connsiteX57" fmla="*/ 318802 w 390525"/>
                <a:gd name="connsiteY57" fmla="*/ 363950 h 390525"/>
                <a:gd name="connsiteX58" fmla="*/ 167830 w 390525"/>
                <a:gd name="connsiteY58" fmla="*/ 79343 h 390525"/>
                <a:gd name="connsiteX59" fmla="*/ 163354 w 390525"/>
                <a:gd name="connsiteY59" fmla="*/ 62770 h 390525"/>
                <a:gd name="connsiteX60" fmla="*/ 196691 w 390525"/>
                <a:gd name="connsiteY60" fmla="*/ 29432 h 390525"/>
                <a:gd name="connsiteX61" fmla="*/ 230029 w 390525"/>
                <a:gd name="connsiteY61" fmla="*/ 62770 h 390525"/>
                <a:gd name="connsiteX62" fmla="*/ 225553 w 390525"/>
                <a:gd name="connsiteY62" fmla="*/ 79438 h 390525"/>
                <a:gd name="connsiteX63" fmla="*/ 196691 w 390525"/>
                <a:gd name="connsiteY63" fmla="*/ 129445 h 390525"/>
                <a:gd name="connsiteX64" fmla="*/ 167830 w 390525"/>
                <a:gd name="connsiteY64" fmla="*/ 79343 h 390525"/>
                <a:gd name="connsiteX65" fmla="*/ 196691 w 390525"/>
                <a:gd name="connsiteY65" fmla="*/ 230695 h 390525"/>
                <a:gd name="connsiteX66" fmla="*/ 185547 w 390525"/>
                <a:gd name="connsiteY66" fmla="*/ 219551 h 390525"/>
                <a:gd name="connsiteX67" fmla="*/ 196691 w 390525"/>
                <a:gd name="connsiteY67" fmla="*/ 208407 h 390525"/>
                <a:gd name="connsiteX68" fmla="*/ 207836 w 390525"/>
                <a:gd name="connsiteY68" fmla="*/ 219551 h 390525"/>
                <a:gd name="connsiteX69" fmla="*/ 196691 w 390525"/>
                <a:gd name="connsiteY69" fmla="*/ 230695 h 390525"/>
                <a:gd name="connsiteX70" fmla="*/ 359474 w 390525"/>
                <a:gd name="connsiteY70" fmla="*/ 102965 h 390525"/>
                <a:gd name="connsiteX71" fmla="*/ 330613 w 390525"/>
                <a:gd name="connsiteY71" fmla="*/ 152971 h 390525"/>
                <a:gd name="connsiteX72" fmla="*/ 301753 w 390525"/>
                <a:gd name="connsiteY72" fmla="*/ 102965 h 390525"/>
                <a:gd name="connsiteX73" fmla="*/ 297275 w 390525"/>
                <a:gd name="connsiteY73" fmla="*/ 86296 h 390525"/>
                <a:gd name="connsiteX74" fmla="*/ 330613 w 390525"/>
                <a:gd name="connsiteY74" fmla="*/ 52959 h 390525"/>
                <a:gd name="connsiteX75" fmla="*/ 363950 w 390525"/>
                <a:gd name="connsiteY75" fmla="*/ 86296 h 390525"/>
                <a:gd name="connsiteX76" fmla="*/ 359474 w 390525"/>
                <a:gd name="connsiteY76" fmla="*/ 10296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90525" h="390525">
                  <a:moveTo>
                    <a:pt x="330708" y="30861"/>
                  </a:moveTo>
                  <a:cubicBezTo>
                    <a:pt x="300133" y="30861"/>
                    <a:pt x="275177" y="55721"/>
                    <a:pt x="275177" y="86392"/>
                  </a:cubicBezTo>
                  <a:cubicBezTo>
                    <a:pt x="275177" y="96107"/>
                    <a:pt x="277749" y="105727"/>
                    <a:pt x="282607" y="114109"/>
                  </a:cubicBezTo>
                  <a:lnTo>
                    <a:pt x="319564" y="178213"/>
                  </a:lnTo>
                  <a:lnTo>
                    <a:pt x="319564" y="208502"/>
                  </a:lnTo>
                  <a:lnTo>
                    <a:pt x="228124" y="208502"/>
                  </a:lnTo>
                  <a:cubicBezTo>
                    <a:pt x="224790" y="199072"/>
                    <a:pt x="217265" y="191548"/>
                    <a:pt x="207836" y="188214"/>
                  </a:cubicBezTo>
                  <a:lnTo>
                    <a:pt x="207836" y="154495"/>
                  </a:lnTo>
                  <a:lnTo>
                    <a:pt x="244793" y="90392"/>
                  </a:lnTo>
                  <a:cubicBezTo>
                    <a:pt x="249650" y="82010"/>
                    <a:pt x="252222" y="72390"/>
                    <a:pt x="252222" y="62674"/>
                  </a:cubicBezTo>
                  <a:cubicBezTo>
                    <a:pt x="252222" y="32099"/>
                    <a:pt x="227362" y="7144"/>
                    <a:pt x="196691" y="7144"/>
                  </a:cubicBezTo>
                  <a:cubicBezTo>
                    <a:pt x="166021" y="7144"/>
                    <a:pt x="141161" y="32004"/>
                    <a:pt x="141161" y="62674"/>
                  </a:cubicBezTo>
                  <a:cubicBezTo>
                    <a:pt x="141161" y="72390"/>
                    <a:pt x="143733" y="82010"/>
                    <a:pt x="148590" y="90392"/>
                  </a:cubicBezTo>
                  <a:lnTo>
                    <a:pt x="185547" y="154495"/>
                  </a:lnTo>
                  <a:lnTo>
                    <a:pt x="185547" y="188214"/>
                  </a:lnTo>
                  <a:cubicBezTo>
                    <a:pt x="176118" y="191548"/>
                    <a:pt x="168593" y="199072"/>
                    <a:pt x="165259" y="208502"/>
                  </a:cubicBezTo>
                  <a:lnTo>
                    <a:pt x="73819" y="208502"/>
                  </a:lnTo>
                  <a:lnTo>
                    <a:pt x="73819" y="178213"/>
                  </a:lnTo>
                  <a:lnTo>
                    <a:pt x="110776" y="114109"/>
                  </a:lnTo>
                  <a:cubicBezTo>
                    <a:pt x="115634" y="105727"/>
                    <a:pt x="118206" y="96107"/>
                    <a:pt x="118206" y="86392"/>
                  </a:cubicBezTo>
                  <a:cubicBezTo>
                    <a:pt x="118206" y="55817"/>
                    <a:pt x="93345" y="30861"/>
                    <a:pt x="62675" y="30861"/>
                  </a:cubicBezTo>
                  <a:cubicBezTo>
                    <a:pt x="32004" y="30861"/>
                    <a:pt x="7144" y="55721"/>
                    <a:pt x="7144" y="86392"/>
                  </a:cubicBezTo>
                  <a:cubicBezTo>
                    <a:pt x="7144" y="96107"/>
                    <a:pt x="9716" y="105727"/>
                    <a:pt x="14574" y="114109"/>
                  </a:cubicBezTo>
                  <a:lnTo>
                    <a:pt x="51531" y="178213"/>
                  </a:lnTo>
                  <a:lnTo>
                    <a:pt x="51531" y="219646"/>
                  </a:lnTo>
                  <a:cubicBezTo>
                    <a:pt x="51531" y="225742"/>
                    <a:pt x="56484" y="230791"/>
                    <a:pt x="62675" y="230791"/>
                  </a:cubicBezTo>
                  <a:lnTo>
                    <a:pt x="165259" y="230791"/>
                  </a:lnTo>
                  <a:cubicBezTo>
                    <a:pt x="168593" y="240220"/>
                    <a:pt x="176118" y="247745"/>
                    <a:pt x="185547" y="251079"/>
                  </a:cubicBezTo>
                  <a:lnTo>
                    <a:pt x="185547" y="275177"/>
                  </a:lnTo>
                  <a:lnTo>
                    <a:pt x="63437" y="275177"/>
                  </a:lnTo>
                  <a:cubicBezTo>
                    <a:pt x="57341" y="275177"/>
                    <a:pt x="52293" y="280130"/>
                    <a:pt x="52293" y="286321"/>
                  </a:cubicBezTo>
                  <a:lnTo>
                    <a:pt x="52293" y="375094"/>
                  </a:lnTo>
                  <a:cubicBezTo>
                    <a:pt x="52293" y="381190"/>
                    <a:pt x="57245" y="386239"/>
                    <a:pt x="63437" y="386239"/>
                  </a:cubicBezTo>
                  <a:lnTo>
                    <a:pt x="329851" y="386239"/>
                  </a:lnTo>
                  <a:cubicBezTo>
                    <a:pt x="335947" y="386239"/>
                    <a:pt x="340995" y="381286"/>
                    <a:pt x="340995" y="375094"/>
                  </a:cubicBezTo>
                  <a:lnTo>
                    <a:pt x="340995" y="286321"/>
                  </a:lnTo>
                  <a:cubicBezTo>
                    <a:pt x="340995" y="280225"/>
                    <a:pt x="336042" y="275177"/>
                    <a:pt x="329851" y="275177"/>
                  </a:cubicBezTo>
                  <a:lnTo>
                    <a:pt x="207740" y="275177"/>
                  </a:lnTo>
                  <a:lnTo>
                    <a:pt x="207740" y="251079"/>
                  </a:lnTo>
                  <a:cubicBezTo>
                    <a:pt x="217170" y="247745"/>
                    <a:pt x="224695" y="240220"/>
                    <a:pt x="228029" y="230791"/>
                  </a:cubicBezTo>
                  <a:lnTo>
                    <a:pt x="330613" y="230791"/>
                  </a:lnTo>
                  <a:cubicBezTo>
                    <a:pt x="336709" y="230791"/>
                    <a:pt x="341757" y="225838"/>
                    <a:pt x="341757" y="219646"/>
                  </a:cubicBezTo>
                  <a:lnTo>
                    <a:pt x="341757" y="178213"/>
                  </a:lnTo>
                  <a:lnTo>
                    <a:pt x="378714" y="114109"/>
                  </a:lnTo>
                  <a:cubicBezTo>
                    <a:pt x="383572" y="105727"/>
                    <a:pt x="386144" y="96107"/>
                    <a:pt x="386144" y="86392"/>
                  </a:cubicBezTo>
                  <a:cubicBezTo>
                    <a:pt x="386239" y="55721"/>
                    <a:pt x="361284" y="30861"/>
                    <a:pt x="330708" y="30861"/>
                  </a:cubicBezTo>
                  <a:close/>
                  <a:moveTo>
                    <a:pt x="33814" y="102965"/>
                  </a:moveTo>
                  <a:cubicBezTo>
                    <a:pt x="30956" y="97917"/>
                    <a:pt x="29337" y="92202"/>
                    <a:pt x="29337" y="86392"/>
                  </a:cubicBezTo>
                  <a:cubicBezTo>
                    <a:pt x="29337" y="68008"/>
                    <a:pt x="44291" y="53054"/>
                    <a:pt x="62675" y="53054"/>
                  </a:cubicBezTo>
                  <a:cubicBezTo>
                    <a:pt x="81058" y="53054"/>
                    <a:pt x="96012" y="68008"/>
                    <a:pt x="96012" y="86392"/>
                  </a:cubicBezTo>
                  <a:cubicBezTo>
                    <a:pt x="96012" y="92202"/>
                    <a:pt x="94488" y="98012"/>
                    <a:pt x="91536" y="103061"/>
                  </a:cubicBezTo>
                  <a:lnTo>
                    <a:pt x="62675" y="153067"/>
                  </a:lnTo>
                  <a:lnTo>
                    <a:pt x="33814" y="102965"/>
                  </a:lnTo>
                  <a:close/>
                  <a:moveTo>
                    <a:pt x="318802" y="363950"/>
                  </a:moveTo>
                  <a:lnTo>
                    <a:pt x="74581" y="363950"/>
                  </a:lnTo>
                  <a:lnTo>
                    <a:pt x="74581" y="297370"/>
                  </a:lnTo>
                  <a:lnTo>
                    <a:pt x="318802" y="297370"/>
                  </a:lnTo>
                  <a:lnTo>
                    <a:pt x="318802" y="363950"/>
                  </a:lnTo>
                  <a:close/>
                  <a:moveTo>
                    <a:pt x="167830" y="79343"/>
                  </a:moveTo>
                  <a:cubicBezTo>
                    <a:pt x="164973" y="74295"/>
                    <a:pt x="163354" y="68580"/>
                    <a:pt x="163354" y="62770"/>
                  </a:cubicBezTo>
                  <a:cubicBezTo>
                    <a:pt x="163354" y="44386"/>
                    <a:pt x="178308" y="29432"/>
                    <a:pt x="196691" y="29432"/>
                  </a:cubicBezTo>
                  <a:cubicBezTo>
                    <a:pt x="215075" y="29432"/>
                    <a:pt x="230029" y="44386"/>
                    <a:pt x="230029" y="62770"/>
                  </a:cubicBezTo>
                  <a:cubicBezTo>
                    <a:pt x="230029" y="68580"/>
                    <a:pt x="228505" y="74390"/>
                    <a:pt x="225553" y="79438"/>
                  </a:cubicBezTo>
                  <a:lnTo>
                    <a:pt x="196691" y="129445"/>
                  </a:lnTo>
                  <a:lnTo>
                    <a:pt x="167830" y="79343"/>
                  </a:lnTo>
                  <a:close/>
                  <a:moveTo>
                    <a:pt x="196691" y="230695"/>
                  </a:moveTo>
                  <a:cubicBezTo>
                    <a:pt x="190595" y="230695"/>
                    <a:pt x="185547" y="225742"/>
                    <a:pt x="185547" y="219551"/>
                  </a:cubicBezTo>
                  <a:cubicBezTo>
                    <a:pt x="185547" y="213455"/>
                    <a:pt x="190500" y="208407"/>
                    <a:pt x="196691" y="208407"/>
                  </a:cubicBezTo>
                  <a:cubicBezTo>
                    <a:pt x="202788" y="208407"/>
                    <a:pt x="207836" y="213360"/>
                    <a:pt x="207836" y="219551"/>
                  </a:cubicBezTo>
                  <a:cubicBezTo>
                    <a:pt x="207740" y="225742"/>
                    <a:pt x="202788" y="230695"/>
                    <a:pt x="196691" y="230695"/>
                  </a:cubicBezTo>
                  <a:close/>
                  <a:moveTo>
                    <a:pt x="359474" y="102965"/>
                  </a:moveTo>
                  <a:lnTo>
                    <a:pt x="330613" y="152971"/>
                  </a:lnTo>
                  <a:lnTo>
                    <a:pt x="301753" y="102965"/>
                  </a:lnTo>
                  <a:cubicBezTo>
                    <a:pt x="298895" y="97917"/>
                    <a:pt x="297275" y="92202"/>
                    <a:pt x="297275" y="86296"/>
                  </a:cubicBezTo>
                  <a:cubicBezTo>
                    <a:pt x="297275" y="67913"/>
                    <a:pt x="312230" y="52959"/>
                    <a:pt x="330613" y="52959"/>
                  </a:cubicBezTo>
                  <a:cubicBezTo>
                    <a:pt x="348996" y="52959"/>
                    <a:pt x="363950" y="67913"/>
                    <a:pt x="363950" y="86296"/>
                  </a:cubicBezTo>
                  <a:cubicBezTo>
                    <a:pt x="363950" y="92202"/>
                    <a:pt x="362427" y="97917"/>
                    <a:pt x="359474" y="1029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6D4E44AC-0519-4152-B584-F3E3457A2D34}"/>
                </a:ext>
              </a:extLst>
            </p:cNvPr>
            <p:cNvSpPr/>
            <p:nvPr/>
          </p:nvSpPr>
          <p:spPr>
            <a:xfrm>
              <a:off x="8252165" y="1863661"/>
              <a:ext cx="28575" cy="28575"/>
            </a:xfrm>
            <a:custGeom>
              <a:avLst/>
              <a:gdLst>
                <a:gd name="connsiteX0" fmla="*/ 29433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3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3" y="18288"/>
                  </a:moveTo>
                  <a:cubicBezTo>
                    <a:pt x="29433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3" y="12192"/>
                    <a:pt x="29433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1B9D51AC-A177-4DA6-8340-1F2B058EE3DE}"/>
                </a:ext>
              </a:extLst>
            </p:cNvPr>
            <p:cNvSpPr/>
            <p:nvPr/>
          </p:nvSpPr>
          <p:spPr>
            <a:xfrm>
              <a:off x="8296551" y="1863661"/>
              <a:ext cx="28575" cy="28575"/>
            </a:xfrm>
            <a:custGeom>
              <a:avLst/>
              <a:gdLst>
                <a:gd name="connsiteX0" fmla="*/ 29433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3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3" y="18288"/>
                  </a:moveTo>
                  <a:cubicBezTo>
                    <a:pt x="29433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3" y="12192"/>
                    <a:pt x="29433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FBAB91CC-07E0-47B1-A8A0-1B99FDFE7C16}"/>
                </a:ext>
              </a:extLst>
            </p:cNvPr>
            <p:cNvSpPr/>
            <p:nvPr/>
          </p:nvSpPr>
          <p:spPr>
            <a:xfrm>
              <a:off x="8340938" y="1863661"/>
              <a:ext cx="28575" cy="28575"/>
            </a:xfrm>
            <a:custGeom>
              <a:avLst/>
              <a:gdLst>
                <a:gd name="connsiteX0" fmla="*/ 29432 w 28575"/>
                <a:gd name="connsiteY0" fmla="*/ 18288 h 28575"/>
                <a:gd name="connsiteX1" fmla="*/ 18288 w 28575"/>
                <a:gd name="connsiteY1" fmla="*/ 29432 h 28575"/>
                <a:gd name="connsiteX2" fmla="*/ 7144 w 28575"/>
                <a:gd name="connsiteY2" fmla="*/ 18288 h 28575"/>
                <a:gd name="connsiteX3" fmla="*/ 18288 w 28575"/>
                <a:gd name="connsiteY3" fmla="*/ 7144 h 28575"/>
                <a:gd name="connsiteX4" fmla="*/ 29432 w 28575"/>
                <a:gd name="connsiteY4" fmla="*/ 18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9432" y="18288"/>
                  </a:moveTo>
                  <a:cubicBezTo>
                    <a:pt x="29432" y="24384"/>
                    <a:pt x="24479" y="29432"/>
                    <a:pt x="18288" y="29432"/>
                  </a:cubicBezTo>
                  <a:cubicBezTo>
                    <a:pt x="12192" y="29432"/>
                    <a:pt x="7144" y="24479"/>
                    <a:pt x="7144" y="18288"/>
                  </a:cubicBezTo>
                  <a:cubicBezTo>
                    <a:pt x="7144" y="12192"/>
                    <a:pt x="12097" y="7144"/>
                    <a:pt x="18288" y="7144"/>
                  </a:cubicBezTo>
                  <a:cubicBezTo>
                    <a:pt x="24479" y="7144"/>
                    <a:pt x="29432" y="12192"/>
                    <a:pt x="29432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51A286D-A49F-4BE2-9072-B196CFBCE38A}"/>
              </a:ext>
            </a:extLst>
          </p:cNvPr>
          <p:cNvSpPr txBox="1"/>
          <p:nvPr/>
        </p:nvSpPr>
        <p:spPr>
          <a:xfrm>
            <a:off x="9102884" y="5092513"/>
            <a:ext cx="207137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Motorista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 e </a:t>
            </a:r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fiscalização</a:t>
            </a:r>
            <a:endParaRPr lang="pt-BR" altLang="ko-KR" dirty="0" err="1">
              <a:solidFill>
                <a:schemeClr val="bg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1ECBDA4-E6F8-4C9C-B4FE-543B284F0CFA}"/>
              </a:ext>
            </a:extLst>
          </p:cNvPr>
          <p:cNvSpPr/>
          <p:nvPr/>
        </p:nvSpPr>
        <p:spPr>
          <a:xfrm>
            <a:off x="9102884" y="4293643"/>
            <a:ext cx="2071376" cy="646331"/>
          </a:xfrm>
          <a:prstGeom prst="rect">
            <a:avLst/>
          </a:prstGeom>
        </p:spPr>
        <p:txBody>
          <a:bodyPr wrap="square" lIns="91440" tIns="45720" rIns="91440" bIns="45720" anchor="t" anchorCtr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Camada</a:t>
            </a:r>
            <a:r>
              <a:rPr lang="en-US" altLang="ko-KR" dirty="0">
                <a:solidFill>
                  <a:schemeClr val="bg1"/>
                </a:solidFill>
                <a:latin typeface="+mj-lt"/>
                <a:cs typeface="Poppins SemiBold"/>
              </a:rPr>
              <a:t> de </a:t>
            </a:r>
            <a:r>
              <a:rPr lang="en-US" altLang="ko-KR" dirty="0" err="1">
                <a:solidFill>
                  <a:schemeClr val="bg1"/>
                </a:solidFill>
                <a:latin typeface="+mj-lt"/>
                <a:cs typeface="Poppins SemiBold"/>
              </a:rPr>
              <a:t>Aplicação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E417B44-C4C2-4328-B5F0-A2FCE0ECD1B1}"/>
              </a:ext>
            </a:extLst>
          </p:cNvPr>
          <p:cNvSpPr/>
          <p:nvPr/>
        </p:nvSpPr>
        <p:spPr>
          <a:xfrm>
            <a:off x="1699394" y="2476500"/>
            <a:ext cx="684828" cy="684828"/>
          </a:xfrm>
          <a:prstGeom prst="ellipse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>
                <a:solidFill>
                  <a:schemeClr val="bg1"/>
                </a:solidFill>
                <a:latin typeface="+mj-lt"/>
              </a:rPr>
              <a:t>01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E93AB7C-692C-4A0B-9215-C9D92B22A021}"/>
              </a:ext>
            </a:extLst>
          </p:cNvPr>
          <p:cNvSpPr/>
          <p:nvPr/>
        </p:nvSpPr>
        <p:spPr>
          <a:xfrm>
            <a:off x="4398315" y="2476500"/>
            <a:ext cx="684828" cy="684828"/>
          </a:xfrm>
          <a:prstGeom prst="ellipse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>
                <a:solidFill>
                  <a:schemeClr val="bg1"/>
                </a:solidFill>
                <a:latin typeface="+mj-lt"/>
              </a:rPr>
              <a:t>02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DC2B6BFF-FD27-436C-BE28-2FCEE6777325}"/>
              </a:ext>
            </a:extLst>
          </p:cNvPr>
          <p:cNvSpPr/>
          <p:nvPr/>
        </p:nvSpPr>
        <p:spPr>
          <a:xfrm>
            <a:off x="7097236" y="2476500"/>
            <a:ext cx="684828" cy="684828"/>
          </a:xfrm>
          <a:prstGeom prst="ellipse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>
                <a:solidFill>
                  <a:schemeClr val="bg1"/>
                </a:solidFill>
                <a:latin typeface="+mj-lt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8F2F98D7-9312-407F-BC88-279327F328C3}"/>
              </a:ext>
            </a:extLst>
          </p:cNvPr>
          <p:cNvSpPr/>
          <p:nvPr/>
        </p:nvSpPr>
        <p:spPr>
          <a:xfrm>
            <a:off x="9796158" y="2476500"/>
            <a:ext cx="684828" cy="684828"/>
          </a:xfrm>
          <a:prstGeom prst="ellipse">
            <a:avLst/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>
                <a:solidFill>
                  <a:schemeClr val="bg1"/>
                </a:solidFill>
                <a:latin typeface="+mj-lt"/>
              </a:rPr>
              <a:t>04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2DD3CD-62D9-42A6-83FB-FC9B8843256F}"/>
              </a:ext>
            </a:extLst>
          </p:cNvPr>
          <p:cNvSpPr txBox="1"/>
          <p:nvPr/>
        </p:nvSpPr>
        <p:spPr>
          <a:xfrm>
            <a:off x="2998843" y="711105"/>
            <a:ext cx="6194314" cy="125509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Times New Roman"/>
                <a:cs typeface="Times New Roman"/>
              </a:rPr>
              <a:t>Arquitetura da Solução</a:t>
            </a:r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42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697B2CD-8BC4-4114-8B6F-BDB496D47D7C}"/>
              </a:ext>
            </a:extLst>
          </p:cNvPr>
          <p:cNvSpPr/>
          <p:nvPr/>
        </p:nvSpPr>
        <p:spPr>
          <a:xfrm>
            <a:off x="3458678" y="1393324"/>
            <a:ext cx="5274644" cy="64918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/>
          <a:p>
            <a:pPr algn="ctr"/>
            <a:endParaRPr lang="en-US" altLang="ko-KR" sz="2400" dirty="0">
              <a:solidFill>
                <a:schemeClr val="bg1"/>
              </a:solidFill>
              <a:latin typeface="Poppins SemiBold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21B24C-0D59-4B93-8709-271C4D5B7AB6}"/>
              </a:ext>
            </a:extLst>
          </p:cNvPr>
          <p:cNvSpPr/>
          <p:nvPr/>
        </p:nvSpPr>
        <p:spPr>
          <a:xfrm>
            <a:off x="4766945" y="1530895"/>
            <a:ext cx="2656996" cy="369332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 algn="ctr"/>
            <a:endParaRPr lang="en-US" altLang="ko-KR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FCE993-D678-F84C-D43D-B4D8C856D626}"/>
              </a:ext>
            </a:extLst>
          </p:cNvPr>
          <p:cNvSpPr txBox="1"/>
          <p:nvPr/>
        </p:nvSpPr>
        <p:spPr>
          <a:xfrm>
            <a:off x="4236720" y="1458724"/>
            <a:ext cx="6096000" cy="89255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aseline="0" dirty="0">
                <a:solidFill>
                  <a:srgbClr val="FFFFFF"/>
                </a:solidFill>
                <a:latin typeface="Times New Roman"/>
              </a:rPr>
              <a:t>Impacto e Viabilidade</a:t>
            </a:r>
            <a:endParaRPr lang="pt-BR" dirty="0"/>
          </a:p>
          <a:p>
            <a:pPr algn="ctr"/>
            <a:endParaRPr lang="pt-BR" sz="24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E51102-8EF5-53B3-CA50-CF9A18A158B4}"/>
              </a:ext>
            </a:extLst>
          </p:cNvPr>
          <p:cNvSpPr>
            <a:spLocks noGrp="1"/>
          </p:cNvSpPr>
          <p:nvPr/>
        </p:nvSpPr>
        <p:spPr>
          <a:xfrm>
            <a:off x="4301667" y="2559227"/>
            <a:ext cx="6471920" cy="3052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ko-KR"/>
            </a:defPPr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Redução de 15 min</a:t>
            </a:r>
            <a:r>
              <a:rPr lang="pt-BR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utos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na busca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por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vagas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lang="pt-BR" sz="2000" dirty="0">
              <a:solidFill>
                <a:schemeClr val="bg1"/>
              </a:solidFill>
              <a:latin typeface="Times New Roman"/>
              <a:cs typeface="Poppins Light"/>
            </a:endParaRP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Aumento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na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arrecadação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municipal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000" dirty="0">
              <a:solidFill>
                <a:schemeClr val="bg1"/>
              </a:solidFill>
              <a:latin typeface="Times New Roman"/>
              <a:cs typeface="Poppins Light"/>
            </a:endParaRPr>
          </a:p>
          <a:p>
            <a:endParaRPr lang="pt-BR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Menos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emissão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de CO2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000" dirty="0">
              <a:solidFill>
                <a:schemeClr val="bg1"/>
              </a:solidFill>
              <a:latin typeface="Times New Roman"/>
              <a:cs typeface="Poppins Light"/>
            </a:endParaRPr>
          </a:p>
          <a:p>
            <a:endParaRPr lang="pt-BR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Privacidade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garantida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(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sem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imagens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ou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placas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pt-BR" sz="2000" dirty="0">
              <a:latin typeface="Times New Roman"/>
              <a:cs typeface="Times New Roman"/>
            </a:endParaRPr>
          </a:p>
        </p:txBody>
      </p:sp>
      <p:sp>
        <p:nvSpPr>
          <p:cNvPr id="6" name="직사각형 18">
            <a:extLst>
              <a:ext uri="{FF2B5EF4-FFF2-40B4-BE49-F238E27FC236}">
                <a16:creationId xmlns:a16="http://schemas.microsoft.com/office/drawing/2014/main" id="{758D3F71-CD24-7CF2-F8E9-F6682BA0D785}"/>
              </a:ext>
            </a:extLst>
          </p:cNvPr>
          <p:cNvSpPr/>
          <p:nvPr/>
        </p:nvSpPr>
        <p:spPr>
          <a:xfrm>
            <a:off x="3808826" y="2558613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01.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직사각형 35">
            <a:extLst>
              <a:ext uri="{FF2B5EF4-FFF2-40B4-BE49-F238E27FC236}">
                <a16:creationId xmlns:a16="http://schemas.microsoft.com/office/drawing/2014/main" id="{718394AD-E5E0-A1BD-2151-535CB51B87F1}"/>
              </a:ext>
            </a:extLst>
          </p:cNvPr>
          <p:cNvSpPr/>
          <p:nvPr/>
        </p:nvSpPr>
        <p:spPr>
          <a:xfrm>
            <a:off x="3813560" y="333190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02.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직사각형 38">
            <a:extLst>
              <a:ext uri="{FF2B5EF4-FFF2-40B4-BE49-F238E27FC236}">
                <a16:creationId xmlns:a16="http://schemas.microsoft.com/office/drawing/2014/main" id="{C101616D-D8E1-703D-60D4-C88145915B59}"/>
              </a:ext>
            </a:extLst>
          </p:cNvPr>
          <p:cNvSpPr/>
          <p:nvPr/>
        </p:nvSpPr>
        <p:spPr>
          <a:xfrm>
            <a:off x="3808826" y="4049162"/>
            <a:ext cx="809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03.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직사각형 38">
            <a:extLst>
              <a:ext uri="{FF2B5EF4-FFF2-40B4-BE49-F238E27FC236}">
                <a16:creationId xmlns:a16="http://schemas.microsoft.com/office/drawing/2014/main" id="{38AC3199-E7D0-A2CA-64D5-CA50DFD765C6}"/>
              </a:ext>
            </a:extLst>
          </p:cNvPr>
          <p:cNvSpPr/>
          <p:nvPr/>
        </p:nvSpPr>
        <p:spPr>
          <a:xfrm>
            <a:off x="3808826" y="4801002"/>
            <a:ext cx="809830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04.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244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43DE0-2EE0-4CE1-9BF9-5CF2C70009A2}"/>
              </a:ext>
            </a:extLst>
          </p:cNvPr>
          <p:cNvSpPr txBox="1"/>
          <p:nvPr/>
        </p:nvSpPr>
        <p:spPr>
          <a:xfrm>
            <a:off x="599441" y="5725163"/>
            <a:ext cx="4307840" cy="822305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z="32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Retorno</a:t>
            </a:r>
            <a:r>
              <a:rPr lang="en-US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32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5,2 meses</a:t>
            </a:r>
            <a:endParaRPr lang="en-US" sz="3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4678C-C9E9-492D-B6BB-6AC5DFAF3789}"/>
              </a:ext>
            </a:extLst>
          </p:cNvPr>
          <p:cNvSpPr txBox="1"/>
          <p:nvPr/>
        </p:nvSpPr>
        <p:spPr>
          <a:xfrm>
            <a:off x="5120640" y="1883306"/>
            <a:ext cx="543560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R$ 333.000,00 (500 </a:t>
            </a:r>
            <a:r>
              <a:rPr lang="en-US" sz="3200" dirty="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vagas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)</a:t>
            </a:r>
          </a:p>
          <a:p>
            <a:endParaRPr lang="en-US" altLang="ko-KR" sz="2000" dirty="0">
              <a:solidFill>
                <a:schemeClr val="bg1"/>
              </a:solidFill>
              <a:latin typeface="+mj-lt"/>
              <a:cs typeface="Poppins SemiBold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2861DC4-14B1-453E-9A9B-00F1A005E9D9}"/>
              </a:ext>
            </a:extLst>
          </p:cNvPr>
          <p:cNvSpPr/>
          <p:nvPr/>
        </p:nvSpPr>
        <p:spPr>
          <a:xfrm>
            <a:off x="599441" y="1785496"/>
            <a:ext cx="4163060" cy="914400"/>
          </a:xfrm>
          <a:prstGeom prst="roundRect">
            <a:avLst>
              <a:gd name="adj" fmla="val 50000"/>
            </a:avLst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CAPEX total</a:t>
            </a:r>
            <a:endParaRPr lang="pt-BR" sz="2800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07E3B-7C99-4FDF-8651-61CF23C3F61E}"/>
              </a:ext>
            </a:extLst>
          </p:cNvPr>
          <p:cNvSpPr txBox="1"/>
          <p:nvPr/>
        </p:nvSpPr>
        <p:spPr>
          <a:xfrm>
            <a:off x="5130800" y="3274591"/>
            <a:ext cx="543560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R$ 5.800,00</a:t>
            </a:r>
            <a:endParaRPr lang="pt-BR">
              <a:solidFill>
                <a:schemeClr val="bg1"/>
              </a:solidFill>
              <a:latin typeface="Times New Roman"/>
              <a:cs typeface="Poppins Light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1B14DD-8D92-42B9-B812-C8A100DE1040}"/>
              </a:ext>
            </a:extLst>
          </p:cNvPr>
          <p:cNvSpPr/>
          <p:nvPr/>
        </p:nvSpPr>
        <p:spPr>
          <a:xfrm>
            <a:off x="599441" y="3115821"/>
            <a:ext cx="4163060" cy="914400"/>
          </a:xfrm>
          <a:prstGeom prst="roundRect">
            <a:avLst>
              <a:gd name="adj" fmla="val 50000"/>
            </a:avLst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OPEX mensal</a:t>
            </a:r>
            <a:endParaRPr lang="pt-BR" altLang="ko-KR" sz="2800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D1DBB0-DCCB-4A89-B1F3-415FB4697C1A}"/>
              </a:ext>
            </a:extLst>
          </p:cNvPr>
          <p:cNvSpPr txBox="1"/>
          <p:nvPr/>
        </p:nvSpPr>
        <p:spPr>
          <a:xfrm>
            <a:off x="5120640" y="4625236"/>
            <a:ext cx="543560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R$ 69.960,00/</a:t>
            </a:r>
            <a:r>
              <a:rPr lang="en-US" sz="320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mês</a:t>
            </a:r>
            <a:endParaRPr lang="en-US" sz="320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endParaRPr lang="en-US" altLang="ko-KR" sz="2000" dirty="0">
              <a:solidFill>
                <a:schemeClr val="bg1"/>
              </a:solidFill>
              <a:latin typeface="+mj-lt"/>
              <a:cs typeface="Poppins SemiBold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9AA2488-5225-4402-B7D7-D85F2EC0AD42}"/>
              </a:ext>
            </a:extLst>
          </p:cNvPr>
          <p:cNvSpPr/>
          <p:nvPr/>
        </p:nvSpPr>
        <p:spPr>
          <a:xfrm>
            <a:off x="599441" y="4486786"/>
            <a:ext cx="4163060" cy="914400"/>
          </a:xfrm>
          <a:prstGeom prst="roundRect">
            <a:avLst>
              <a:gd name="adj" fmla="val 50000"/>
            </a:avLst>
          </a:prstGeom>
          <a:ln w="12700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Receita</a:t>
            </a:r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 </a:t>
            </a:r>
            <a:r>
              <a:rPr lang="en-US" sz="2800" err="1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recuperada</a:t>
            </a:r>
            <a:endParaRPr lang="pt-BR" sz="2800" err="1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66D5189-321D-5100-33B0-257A7ED8F4D8}"/>
              </a:ext>
            </a:extLst>
          </p:cNvPr>
          <p:cNvSpPr txBox="1"/>
          <p:nvPr/>
        </p:nvSpPr>
        <p:spPr>
          <a:xfrm>
            <a:off x="1757681" y="629923"/>
            <a:ext cx="8940800" cy="7357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Times New Roman"/>
                <a:cs typeface="Arial"/>
              </a:rPr>
              <a:t>Viabilidade</a:t>
            </a:r>
            <a:r>
              <a:rPr lang="en-US" altLang="ko-KR" sz="2800" dirty="0">
                <a:solidFill>
                  <a:schemeClr val="bg1"/>
                </a:solidFill>
                <a:latin typeface="Times New Roman"/>
                <a:cs typeface="Arial"/>
              </a:rPr>
              <a:t> Economica</a:t>
            </a:r>
            <a:endParaRPr lang="en-US" altLang="ko-KR" sz="2800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3CD493C-4BF3-0AE1-07C2-6F392EF4DEF4}"/>
              </a:ext>
            </a:extLst>
          </p:cNvPr>
          <p:cNvSpPr txBox="1"/>
          <p:nvPr/>
        </p:nvSpPr>
        <p:spPr>
          <a:xfrm>
            <a:off x="5130800" y="5844435"/>
            <a:ext cx="5435601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R$ 333.000 / R$ 64.160)</a:t>
            </a: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endParaRPr lang="en-US" sz="3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en-US" altLang="ko-KR" sz="2000" dirty="0">
              <a:solidFill>
                <a:schemeClr val="bg1"/>
              </a:solidFill>
              <a:latin typeface="+mj-lt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77973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0AD0-D6A9-FA2D-085C-2DC894A37B89}"/>
              </a:ext>
            </a:extLst>
          </p:cNvPr>
          <p:cNvSpPr>
            <a:spLocks noGrp="1"/>
          </p:cNvSpPr>
          <p:nvPr/>
        </p:nvSpPr>
        <p:spPr>
          <a:xfrm>
            <a:off x="1624314" y="69904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dirty="0">
                <a:solidFill>
                  <a:schemeClr val="bg1"/>
                </a:solidFill>
                <a:latin typeface="Times New Roman"/>
                <a:cs typeface="Times New Roman"/>
              </a:rPr>
              <a:t>Conclusão</a:t>
            </a:r>
            <a:endParaRPr lang="pt-BR"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C759F-8A7E-C19B-AEBF-7F64120197C4}"/>
              </a:ext>
            </a:extLst>
          </p:cNvPr>
          <p:cNvSpPr>
            <a:spLocks noGrp="1"/>
          </p:cNvSpPr>
          <p:nvPr/>
        </p:nvSpPr>
        <p:spPr>
          <a:xfrm>
            <a:off x="3331580" y="2776959"/>
            <a:ext cx="5334000" cy="21282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ko-KR"/>
            </a:defPPr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Projeto viável, escalável e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sustentável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</a:p>
          <a:p>
            <a:endParaRPr lang="pt-BR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Melhora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mobilidade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e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qualidade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de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vida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pt-BR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Tecnologia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pronta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para </a:t>
            </a:r>
            <a:r>
              <a:rPr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implantação</a:t>
            </a:r>
            <a:r>
              <a:rPr lang="pt-BR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sz="20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540">
            <a:extLst>
              <a:ext uri="{FF2B5EF4-FFF2-40B4-BE49-F238E27FC236}">
                <a16:creationId xmlns:a16="http://schemas.microsoft.com/office/drawing/2014/main" id="{715E996D-E058-A6FB-C4EA-F76B62A9A800}"/>
              </a:ext>
            </a:extLst>
          </p:cNvPr>
          <p:cNvSpPr txBox="1"/>
          <p:nvPr/>
        </p:nvSpPr>
        <p:spPr>
          <a:xfrm>
            <a:off x="2129126" y="942593"/>
            <a:ext cx="7222548" cy="64918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 algn="ctr"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4676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375B1-3A83-478F-AC43-801D9B3FAF22}"/>
              </a:ext>
            </a:extLst>
          </p:cNvPr>
          <p:cNvSpPr txBox="1"/>
          <p:nvPr/>
        </p:nvSpPr>
        <p:spPr>
          <a:xfrm>
            <a:off x="2895600" y="2828835"/>
            <a:ext cx="6400800" cy="1200329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 anchor="ctr" anchorCtr="0">
            <a:spAutoFit/>
          </a:bodyPr>
          <a:lstStyle>
            <a:defPPr>
              <a:defRPr lang="ko-KR"/>
            </a:defPPr>
            <a:lvl1pPr>
              <a:defRPr sz="2400">
                <a:solidFill>
                  <a:srgbClr val="0048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7200" dirty="0" err="1">
                <a:solidFill>
                  <a:schemeClr val="bg1"/>
                </a:solidFill>
                <a:cs typeface="Arial"/>
              </a:rPr>
              <a:t>Obrigado</a:t>
            </a:r>
            <a:r>
              <a:rPr lang="en-US" altLang="ko-KR" sz="7200" dirty="0">
                <a:solidFill>
                  <a:schemeClr val="bg1"/>
                </a:solidFill>
                <a:cs typeface="Arial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 SemiBold - Poppins Light">
      <a:majorFont>
        <a:latin typeface="Poppins SemiBold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75000"/>
              <a:lumOff val="25000"/>
            </a:schemeClr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solidFill>
            <a:schemeClr val="bg1"/>
          </a:solidFill>
        </a:ln>
        <a:effectLst/>
      </a:spPr>
      <a:bodyPr wrap="square" rtlCol="0" anchor="ctr" anchorCtr="0">
        <a:spAutoFit/>
      </a:bodyPr>
      <a:lstStyle>
        <a:defPPr algn="ctr">
          <a:defRPr sz="2400" b="0" dirty="0">
            <a:solidFill>
              <a:schemeClr val="bg1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3580</TotalTime>
  <Words>318</Words>
  <Application>Microsoft Office PowerPoint</Application>
  <PresentationFormat>Widescreen</PresentationFormat>
  <Paragraphs>90</Paragraphs>
  <Slides>12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PPTMON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guga X</cp:lastModifiedBy>
  <cp:revision>637</cp:revision>
  <dcterms:created xsi:type="dcterms:W3CDTF">2019-04-06T05:20:47Z</dcterms:created>
  <dcterms:modified xsi:type="dcterms:W3CDTF">2025-11-26T21:06:43Z</dcterms:modified>
</cp:coreProperties>
</file>